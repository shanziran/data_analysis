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9858d53d62441d" /><Relationship Type="http://schemas.openxmlformats.org/officeDocument/2006/relationships/extended-properties" Target="/docProps/app.xml" Id="R44daf6c2d9c84e59" /><Relationship Type="http://schemas.openxmlformats.org/officeDocument/2006/relationships/officeDocument" Target="/ppt/presentation.xml" Id="R5e2bb59e47bb49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5c7ab45094492f"/>
  </p:sldMasterIdLst>
  <p:notesMasterIdLst>
    <p:notesMasterId xmlns:r="http://schemas.openxmlformats.org/officeDocument/2006/relationships" r:id="R00914f9b9efa4ffa"/>
  </p:notesMasterIdLst>
  <p:sldIdLst>
    <p:sldId xmlns:r="http://schemas.openxmlformats.org/officeDocument/2006/relationships" id="256" r:id="R252c3f1a068042f8"/>
    <p:sldId xmlns:r="http://schemas.openxmlformats.org/officeDocument/2006/relationships" id="257" r:id="R48b2ba7519ea4e0b"/>
    <p:sldId xmlns:r="http://schemas.openxmlformats.org/officeDocument/2006/relationships" id="258" r:id="R6a4ed5d5dcb94de7"/>
    <p:sldId xmlns:r="http://schemas.openxmlformats.org/officeDocument/2006/relationships" id="259" r:id="Rec5ad705135c401a"/>
    <p:sldId xmlns:r="http://schemas.openxmlformats.org/officeDocument/2006/relationships" id="260" r:id="Re92b9aa365ec4cd7"/>
    <p:sldId xmlns:r="http://schemas.openxmlformats.org/officeDocument/2006/relationships" id="261" r:id="Re5a6ef2affa747fa"/>
    <p:sldId xmlns:r="http://schemas.openxmlformats.org/officeDocument/2006/relationships" id="262" r:id="R8cd59d06eb1947fc"/>
    <p:sldId xmlns:r="http://schemas.openxmlformats.org/officeDocument/2006/relationships" id="263" r:id="Rc854be9183a84b95"/>
    <p:sldId xmlns:r="http://schemas.openxmlformats.org/officeDocument/2006/relationships" id="264" r:id="Rb3f551bb0d5c4412"/>
    <p:sldId xmlns:r="http://schemas.openxmlformats.org/officeDocument/2006/relationships" id="265" r:id="R8bb5bc6463e84bfa"/>
    <p:sldId xmlns:r="http://schemas.openxmlformats.org/officeDocument/2006/relationships" id="266" r:id="R1765138e667241e8"/>
    <p:sldId xmlns:r="http://schemas.openxmlformats.org/officeDocument/2006/relationships" id="267" r:id="R545cb47d27814210"/>
    <p:sldId xmlns:r="http://schemas.openxmlformats.org/officeDocument/2006/relationships" id="268" r:id="R7ec977274f704c2f"/>
    <p:sldId xmlns:r="http://schemas.openxmlformats.org/officeDocument/2006/relationships" id="269" r:id="R78594029ed934048"/>
    <p:sldId xmlns:r="http://schemas.openxmlformats.org/officeDocument/2006/relationships" id="270" r:id="Raf7c8119b70b4c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0fc57e3b9447c0" /><Relationship Type="http://schemas.openxmlformats.org/officeDocument/2006/relationships/slideMaster" Target="/ppt/slideMasters/slideMaster1.xml" Id="Rd85c7ab45094492f" /><Relationship Type="http://schemas.openxmlformats.org/officeDocument/2006/relationships/notesMaster" Target="/ppt/notesMasters/notesMaster1.xml" Id="R00914f9b9efa4ffa" /><Relationship Type="http://schemas.openxmlformats.org/officeDocument/2006/relationships/presProps" Target="/ppt/presProps.xml" Id="R3da23df03f934844" /><Relationship Type="http://schemas.openxmlformats.org/officeDocument/2006/relationships/viewProps" Target="/ppt/viewProps.xml" Id="R79e1df28df654573" /><Relationship Type="http://schemas.openxmlformats.org/officeDocument/2006/relationships/tableStyles" Target="/ppt/tableStyles.xml" Id="R3242bba70c404335" /><Relationship Type="http://schemas.openxmlformats.org/officeDocument/2006/relationships/slide" Target="/ppt/slides/slide1.xml" Id="R252c3f1a068042f8" /><Relationship Type="http://schemas.openxmlformats.org/officeDocument/2006/relationships/slide" Target="/ppt/slides/slide2.xml" Id="R48b2ba7519ea4e0b" /><Relationship Type="http://schemas.openxmlformats.org/officeDocument/2006/relationships/slide" Target="/ppt/slides/slide3.xml" Id="R6a4ed5d5dcb94de7" /><Relationship Type="http://schemas.openxmlformats.org/officeDocument/2006/relationships/slide" Target="/ppt/slides/slide4.xml" Id="Rec5ad705135c401a" /><Relationship Type="http://schemas.openxmlformats.org/officeDocument/2006/relationships/slide" Target="/ppt/slides/slide5.xml" Id="Re92b9aa365ec4cd7" /><Relationship Type="http://schemas.openxmlformats.org/officeDocument/2006/relationships/slide" Target="/ppt/slides/slide6.xml" Id="Re5a6ef2affa747fa" /><Relationship Type="http://schemas.openxmlformats.org/officeDocument/2006/relationships/slide" Target="/ppt/slides/slide7.xml" Id="R8cd59d06eb1947fc" /><Relationship Type="http://schemas.openxmlformats.org/officeDocument/2006/relationships/slide" Target="/ppt/slides/slide8.xml" Id="Rc854be9183a84b95" /><Relationship Type="http://schemas.openxmlformats.org/officeDocument/2006/relationships/slide" Target="/ppt/slides/slide9.xml" Id="Rb3f551bb0d5c4412" /><Relationship Type="http://schemas.openxmlformats.org/officeDocument/2006/relationships/slide" Target="/ppt/slides/slide10.xml" Id="R8bb5bc6463e84bfa" /><Relationship Type="http://schemas.openxmlformats.org/officeDocument/2006/relationships/slide" Target="/ppt/slides/slide11.xml" Id="R1765138e667241e8" /><Relationship Type="http://schemas.openxmlformats.org/officeDocument/2006/relationships/slide" Target="/ppt/slides/slide12.xml" Id="R545cb47d27814210" /><Relationship Type="http://schemas.openxmlformats.org/officeDocument/2006/relationships/slide" Target="/ppt/slides/slide13.xml" Id="R7ec977274f704c2f" /><Relationship Type="http://schemas.openxmlformats.org/officeDocument/2006/relationships/slide" Target="/ppt/slides/slide14.xml" Id="R78594029ed934048" /><Relationship Type="http://schemas.openxmlformats.org/officeDocument/2006/relationships/slide" Target="/ppt/slides/slide15.xml" Id="Raf7c8119b70b4c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bf8b8d0a1ec48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ambridge theme">
  <a:themeElements>
    <a:clrScheme name="Cambridge">
      <a:dk1>
        <a:srgbClr val="000000"/>
      </a:dk1>
      <a:lt1>
        <a:srgbClr val="FFFFFF"/>
      </a:lt1>
      <a:dk2>
        <a:srgbClr val="4B5057"/>
      </a:dk2>
      <a:lt2>
        <a:srgbClr val="E8ECEC"/>
      </a:lt2>
      <a:accent1>
        <a:srgbClr val="36C4BC"/>
      </a:accent1>
      <a:accent2>
        <a:srgbClr val="3B1266"/>
      </a:accent2>
      <a:accent3>
        <a:srgbClr val="5665F8"/>
      </a:accent3>
      <a:accent4>
        <a:srgbClr val="E94CC1"/>
      </a:accent4>
      <a:accent5>
        <a:srgbClr val="FF6637"/>
      </a:accent5>
      <a:accent6>
        <a:srgbClr val="FACB2E"/>
      </a:accent6>
      <a:hlink>
        <a:srgbClr val="3345DE"/>
      </a:hlink>
      <a:folHlink>
        <a:srgbClr val="3B1266"/>
      </a:folHlink>
    </a:clrScheme>
    <a:fontScheme name="Custom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Cambri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b0733f937b4c4d" /><Relationship Type="http://schemas.openxmlformats.org/officeDocument/2006/relationships/notesMaster" Target="/ppt/notesMasters/notesMaster1.xml" Id="Readb40e6ded945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af188ff55d4df1" /><Relationship Type="http://schemas.openxmlformats.org/officeDocument/2006/relationships/notesMaster" Target="/ppt/notesMasters/notesMaster1.xml" Id="Raf9b365a9e9144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ff26e32747448c" /><Relationship Type="http://schemas.openxmlformats.org/officeDocument/2006/relationships/notesMaster" Target="/ppt/notesMasters/notesMaster1.xml" Id="Rf5943e22e0ab4d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ca60e4db04729" /><Relationship Type="http://schemas.openxmlformats.org/officeDocument/2006/relationships/notesMaster" Target="/ppt/notesMasters/notesMaster1.xml" Id="R4336e8ec99894c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7a5683ab2c4c16" /><Relationship Type="http://schemas.openxmlformats.org/officeDocument/2006/relationships/notesMaster" Target="/ppt/notesMasters/notesMaster1.xml" Id="Rd27cc92a51354e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6bf125bc684e65" /><Relationship Type="http://schemas.openxmlformats.org/officeDocument/2006/relationships/notesMaster" Target="/ppt/notesMasters/notesMaster1.xml" Id="R2e8044b935f24e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2a0b69a4144686" /><Relationship Type="http://schemas.openxmlformats.org/officeDocument/2006/relationships/notesMaster" Target="/ppt/notesMasters/notesMaster1.xml" Id="R8857e2dada1247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ed34328d6947bf" /><Relationship Type="http://schemas.openxmlformats.org/officeDocument/2006/relationships/notesMaster" Target="/ppt/notesMasters/notesMaster1.xml" Id="R2f83e75fe9a74b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acad60fd4b43cc" /><Relationship Type="http://schemas.openxmlformats.org/officeDocument/2006/relationships/notesMaster" Target="/ppt/notesMasters/notesMaster1.xml" Id="R4f26a75c47a841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fa1c90084e44b5" /><Relationship Type="http://schemas.openxmlformats.org/officeDocument/2006/relationships/notesMaster" Target="/ppt/notesMasters/notesMaster1.xml" Id="R5319a812700c4cc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7eaee1cb1f4b88" /><Relationship Type="http://schemas.openxmlformats.org/officeDocument/2006/relationships/notesMaster" Target="/ppt/notesMasters/notesMaster1.xml" Id="R8e6ed7e68b084a4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b1ebe5ee3f4853" /><Relationship Type="http://schemas.openxmlformats.org/officeDocument/2006/relationships/notesMaster" Target="/ppt/notesMasters/notesMaster1.xml" Id="R8e5a78913e6c46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b9e30ad6dc4b23" /><Relationship Type="http://schemas.openxmlformats.org/officeDocument/2006/relationships/notesMaster" Target="/ppt/notesMasters/notesMaster1.xml" Id="Rfd3975f0506f475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ed7da188374154" /><Relationship Type="http://schemas.openxmlformats.org/officeDocument/2006/relationships/notesMaster" Target="/ppt/notesMasters/notesMaster1.xml" Id="R0212dd91c81c45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1f441309264447" /><Relationship Type="http://schemas.openxmlformats.org/officeDocument/2006/relationships/notesMaster" Target="/ppt/notesMasters/notesMaster1.xml" Id="Rb33d9917ef6e4a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Digitisation_data_analysis_methods_and_results.pptx (user-supplied source presentation)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Digitisation_notes.docx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hitl_pipeline.py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output/hitl/validation_report.json, updated 2026-08-28 11:37</a:t>
            </a:r>
          </a:p>
          <a:p xmlns:a="http://schemas.openxmlformats.org/drawingml/2006/main">
            <a:r>
              <a:t>- output/hitl/no_human_flagged.scoring_report.json, updated 2026-08-28 11:38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hitl_pipeline.py</a:t>
            </a:r>
          </a:p>
          <a:p xmlns:a="http://schemas.openxmlformats.org/drawingml/2006/main">
            <a:r>
              <a:t>- output/hitl/doc_assets/scoring_workflow.png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Digitisation_notes.docx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hitl_pipeline.py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Digitisation_data_analysis_methods_and_results.pptx, source slides 9–10</a:t>
            </a:r>
          </a:p>
          <a:p xmlns:a="http://schemas.openxmlformats.org/drawingml/2006/main">
            <a:r>
              <a:t>- Digitisation_notes.docx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hitl_pipeline.py</a:t>
            </a:r>
          </a:p>
          <a:p xmlns:a="http://schemas.openxmlformats.org/drawingml/2006/main">
            <a:r>
              <a:t>- output/hitl/doc_assets/scoring_workflow.png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Digitisation_notes.docx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hitl_pipeline.py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hitl_pipeline.py</a:t>
            </a:r>
          </a:p>
          <a:p xmlns:a="http://schemas.openxmlformats.org/drawingml/2006/main">
            <a:r>
              <a:t>- output/hitl/doc_assets/scoring_workflow.png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output/hitl/validation_report.json, updated 2026-08-28 11:37</a:t>
            </a:r>
          </a:p>
          <a:p xmlns:a="http://schemas.openxmlformats.org/drawingml/2006/main">
            <a:r>
              <a:t>- output/hitl/no_human_flagged.scoring_report.json, updated 2026-08-28 11:38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hitl_pipeline.py</a:t>
            </a:r>
          </a:p>
          <a:p xmlns:a="http://schemas.openxmlformats.org/drawingml/2006/main">
            <a:r>
              <a:t>- output/hitl/doc_assets/scoring_workflow.png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Digitisation_notes.docx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hitl_pipeline.py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Digitisation_notes.docx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hitl_pipeline.py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output/hitl/validation_report.json, updated 2026-08-28 11:37</a:t>
            </a:r>
          </a:p>
          <a:p xmlns:a="http://schemas.openxmlformats.org/drawingml/2006/main">
            <a:r>
              <a:t>- output/hitl/no_human_flagged.scoring_report.json, updated 2026-08-28 11:38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Digitisation_notes.docx</a:t>
            </a:r>
          </a:p>
          <a:p xmlns:a="http://schemas.openxmlformats.org/drawingml/2006/main">
            <a:r>
              <a:t>- HITL_PIPELINE.md</a:t>
            </a:r>
          </a:p>
          <a:p xmlns:a="http://schemas.openxmlformats.org/drawingml/2006/main">
            <a:r>
              <a:t>- output/hitl/validation_report.json</a:t>
            </a:r>
          </a:p>
          <a:p xmlns:a="http://schemas.openxmlformats.org/drawingml/2006/main">
            <a:r>
              <a:t>- output/hitl/no_human_flagged.scoring_report.json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3f852727c840c5" /><Relationship Type="http://schemas.openxmlformats.org/officeDocument/2006/relationships/image" Target="/ppt/media/image.png" Id="R92af99e238c949ed" /><Relationship Type="http://schemas.openxmlformats.org/officeDocument/2006/relationships/image" Target="/ppt/media/image2.png" Id="R72715c49be724e9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e847ba24e4f4c" /><Relationship Type="http://schemas.openxmlformats.org/officeDocument/2006/relationships/image" Target="/ppt/media/image3.png" Id="R90e8db89849f44bd" /><Relationship Type="http://schemas.openxmlformats.org/officeDocument/2006/relationships/image" Target="/ppt/media/image2.png" Id="Raf16e6b75c4d4a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eb3d835c049b8" /><Relationship Type="http://schemas.openxmlformats.org/officeDocument/2006/relationships/image" Target="/ppt/media/image2.png" Id="R963b0ed14fd14a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bc47c23f24d02" /><Relationship Type="http://schemas.openxmlformats.org/officeDocument/2006/relationships/image" Target="/ppt/media/image2.png" Id="R58f5de9532084b6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77a212f4c4a7a" /><Relationship Type="http://schemas.openxmlformats.org/officeDocument/2006/relationships/image" Target="/ppt/media/image4.png" Id="Ra1e0643e7f904e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be31033194784" /><Relationship Type="http://schemas.openxmlformats.org/officeDocument/2006/relationships/image" Target="/ppt/media/image4.png" Id="Rf7626a839fc741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05aa785d1349d0" /><Relationship Type="http://schemas.openxmlformats.org/officeDocument/2006/relationships/image" Target="/ppt/media/image4.png" Id="Rf73deb04b57a42b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bd8bbd592c4c57" /><Relationship Type="http://schemas.openxmlformats.org/officeDocument/2006/relationships/image" Target="/ppt/media/image4.png" Id="R9ee78a4d11834d3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e5dfa2778450d" /><Relationship Type="http://schemas.openxmlformats.org/officeDocument/2006/relationships/image" Target="/ppt/media/image5.png" Id="R45fd63383a674d0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2b51a615074149" /><Relationship Type="http://schemas.openxmlformats.org/officeDocument/2006/relationships/image" Target="/ppt/media/image.jpeg" Id="R9728113367de47a4" /><Relationship Type="http://schemas.openxmlformats.org/officeDocument/2006/relationships/image" Target="/ppt/media/image4.png" Id="R2d7d0e43a5084ce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92163fc4aa4d2f" /><Relationship Type="http://schemas.openxmlformats.org/officeDocument/2006/relationships/image" Target="/ppt/media/image2.jpeg" Id="R534949a55b3a41aa" /><Relationship Type="http://schemas.openxmlformats.org/officeDocument/2006/relationships/image" Target="/ppt/media/image5.png" Id="Re4360fc5bc9d425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ea964af964be3" /><Relationship Type="http://schemas.openxmlformats.org/officeDocument/2006/relationships/image" Target="/ppt/media/image3.jpeg" Id="R83abbcb385054d63" /><Relationship Type="http://schemas.openxmlformats.org/officeDocument/2006/relationships/image" Target="/ppt/media/image4.png" Id="R82e0ab4509b0497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d5e45b5de490a" /><Relationship Type="http://schemas.openxmlformats.org/officeDocument/2006/relationships/image" Target="/ppt/media/image4.jpeg" Id="Rc9cc108dd9df4cd2" /><Relationship Type="http://schemas.openxmlformats.org/officeDocument/2006/relationships/image" Target="/ppt/media/image4.png" Id="R377882eaf581485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379be4b264059" /><Relationship Type="http://schemas.openxmlformats.org/officeDocument/2006/relationships/image" Target="/ppt/media/image5.png" Id="Rf9419a7b9e5e4c5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22c59db4ae476b" /><Relationship Type="http://schemas.openxmlformats.org/officeDocument/2006/relationships/image" Target="/ppt/media/image5.png" Id="R5f4131bdb8be416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1c872d0ed4188" /><Relationship Type="http://schemas.openxmlformats.org/officeDocument/2006/relationships/image" Target="/ppt/media/image4.png" Id="Rc22416d86133469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d1ef79afa4291" /><Relationship Type="http://schemas.openxmlformats.org/officeDocument/2006/relationships/image" Target="/ppt/media/image4.png" Id="R87909d05b7134e49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3021a3af14256" /><Relationship Type="http://schemas.openxmlformats.org/officeDocument/2006/relationships/image" Target="/ppt/media/image5.png" Id="R2a0f187011964ca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b7c0e9295478d" /><Relationship Type="http://schemas.openxmlformats.org/officeDocument/2006/relationships/image" Target="/ppt/media/image5.png" Id="Rdf20e355fefa4b78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4757bb580469a" /><Relationship Type="http://schemas.openxmlformats.org/officeDocument/2006/relationships/image" Target="/ppt/media/image5.png" Id="R6b598d1ad3b34a8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46ef1d2354ccb" /><Relationship Type="http://schemas.openxmlformats.org/officeDocument/2006/relationships/image" Target="/ppt/media/image5.png" Id="Rd19428d24a284a2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8fadc26f964959" /><Relationship Type="http://schemas.openxmlformats.org/officeDocument/2006/relationships/image" Target="/ppt/media/image3.png" Id="R4cefba2d7d1e4208" /><Relationship Type="http://schemas.openxmlformats.org/officeDocument/2006/relationships/image" Target="/ppt/media/image2.png" Id="Rcbb38f0058d948b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c686b2e054ab9" /><Relationship Type="http://schemas.openxmlformats.org/officeDocument/2006/relationships/image" Target="/ppt/media/image.png" Id="Rb45c34123bb842c8" /><Relationship Type="http://schemas.openxmlformats.org/officeDocument/2006/relationships/image" Target="/ppt/media/image2.png" Id="Ra7d5b5345d034897" /></Relationships>
</file>

<file path=ppt/slideLayouts/slideLayout1.xml><?xml version="1.0" encoding="utf-8"?>
<p:sldLayout xmlns:p="http://schemas.openxmlformats.org/presentationml/2006/main" preserve="1" userDrawn="1">
  <p:cSld name="Title - purple">
    <p:bg>
      <p:bgPr>
        <a:solidFill xmlns:a="http://schemas.openxmlformats.org/drawingml/2006/main">
          <a:srgbClr val="3C1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Brand 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f99e238c949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9435" y="0"/>
            <a:ext cx="7572565" cy="5949873"/>
          </a:xfrm>
          <a:prstGeom xmlns:a="http://schemas.openxmlformats.org/drawingml/2006/main" prst="rect">
            <a:avLst/>
          </a:prstGeom>
        </p:spPr>
      </p:pic>
      <p:sp>
        <p:nvSpPr>
          <p:cNvPr id="14" name="Title 1">
            <a:extLst xmlns:a="http://schemas.openxmlformats.org/drawingml/2006/main">
              <a:ext uri="{FF2B5EF4-FFF2-40B4-BE49-F238E27FC236}">
                <a16:creationId xmlns:a16="http://schemas.microsoft.com/office/drawing/2014/main" id="{FD3D2EB1-D99F-B84B-9AE6-C4E946ABE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9882" y="2884714"/>
            <a:ext cx="9577387" cy="571286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lvl1pPr>
              <a:buNone/>
              <a:defRPr sz="4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195CC9-CC3E-1D42-8934-BE1B02A5BFB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319882" y="3456000"/>
            <a:ext cx="9577388" cy="463268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lvl1pPr marL="0" indent="0">
              <a:buNone/>
              <a:defRPr sz="24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  <p:sp>
        <p:nvSpPr>
          <p:cNvPr id="1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5F847C-03EF-B644-AD1E-B1310BB241BF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19882" y="4430418"/>
            <a:ext cx="9577389" cy="386909"/>
          </a:xfrm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  <p:sp>
        <p:nvSpPr>
          <p:cNvPr id="15" name="Copyright statement 4">
            <a:extLst xmlns:a="http://schemas.openxmlformats.org/drawingml/2006/main">
              <a:ext uri="{FF2B5EF4-FFF2-40B4-BE49-F238E27FC236}">
                <a16:creationId xmlns:a16="http://schemas.microsoft.com/office/drawing/2014/main" id="{0D0CD98C-A01F-E241-9BE4-A110F3CA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6524624"/>
            <a:ext cx="2044095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Arial"/>
                <a:ea typeface="Arial"/>
                <a:cs typeface="Arial"/>
              </a:defRPr>
            </a:pPr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© Cambridge University Press &amp; Assessment </a:t>
            </a:r>
            <a:fld id="{645729E1-942C-E34E-B678-C2B67549D0B1}" type="datetimeyyyy"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2026</a:t>
            </a:fld>
            <a:endParaRPr sz="70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3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15c49be724e9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5291" y="333375"/>
            <a:ext cx="2772705" cy="46962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Title - blue">
    <p:bg>
      <p:bgPr>
        <a:solidFill xmlns:a="http://schemas.openxmlformats.org/drawingml/2006/main">
          <a:srgbClr val="1A38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Brand 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8db89849f44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9434" y="0"/>
            <a:ext cx="7572566" cy="5949873"/>
          </a:xfrm>
          <a:prstGeom xmlns:a="http://schemas.openxmlformats.org/drawingml/2006/main" prst="rect">
            <a:avLst/>
          </a:prstGeom>
        </p:spPr>
      </p:pic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3E7FDABC-F5D1-6C98-19F9-772EE55872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9882" y="2884714"/>
            <a:ext cx="9577387" cy="571286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lvl1pPr>
              <a:buNone/>
              <a:defRPr sz="4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288639E-6EBD-2BD7-915B-EA64ADB1B61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319882" y="3456000"/>
            <a:ext cx="9577388" cy="463268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lvl1pPr marL="0" indent="0">
              <a:buNone/>
              <a:defRPr sz="24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  <p:sp>
        <p:nvSpPr>
          <p:cNvPr id="6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50C0609-7488-89BF-4A1F-7B41BFBE989F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19882" y="4430418"/>
            <a:ext cx="9577389" cy="386909"/>
          </a:xfrm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  <p:sp>
        <p:nvSpPr>
          <p:cNvPr id="7" name="Copyright statement 4">
            <a:extLst xmlns:a="http://schemas.openxmlformats.org/drawingml/2006/main">
              <a:ext uri="{FF2B5EF4-FFF2-40B4-BE49-F238E27FC236}">
                <a16:creationId xmlns:a16="http://schemas.microsoft.com/office/drawing/2014/main" id="{3434CC03-D61A-3601-2556-6B79BD75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6524625"/>
            <a:ext cx="2773362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Arial"/>
                <a:ea typeface="Arial"/>
                <a:cs typeface="Arial"/>
              </a:defRPr>
            </a:pPr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© Cambridge University Press &amp; Assessment </a:t>
            </a:r>
            <a:fld id="{24C4FBBE-D88E-0440-BA4E-46A2C5D79388}" type="datetimeyyyy"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2026</a:t>
            </a:fld>
            <a:endParaRPr sz="700">
              <a:solidFill>
                <a:schemeClr val="bg1"/>
              </a:solidFill>
            </a:endParaRPr>
          </a:p>
        </p:txBody>
      </p:sp>
      <p:sp>
        <p:nvSpPr>
          <p:cNvPr id="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E99675A-A572-2513-82B6-1110C1A6378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19882" y="559994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120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Date</a:t>
            </a:r>
          </a:p>
        </p:txBody>
      </p:sp>
      <p:pic>
        <p:nvPicPr>
          <p:cNvPr id="17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6e6b75c4d4a2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5291" y="333375"/>
            <a:ext cx="2772705" cy="46962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Title with image - purple">
    <p:bg>
      <p:bgPr>
        <a:solidFill xmlns:a="http://schemas.openxmlformats.org/drawingml/2006/main">
          <a:srgbClr val="3C1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 1">
            <a:extLst xmlns:a="http://schemas.openxmlformats.org/drawingml/2006/main">
              <a:ext uri="{FF2B5EF4-FFF2-40B4-BE49-F238E27FC236}">
                <a16:creationId xmlns:a16="http://schemas.microsoft.com/office/drawing/2014/main" id="{FD3D2EB1-D99F-B84B-9AE6-C4E946ABE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8029" y="2158999"/>
            <a:ext cx="5296401" cy="1274517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lvl1pPr>
              <a:buNone/>
              <a:defRPr sz="4000" b="0" i="0">
                <a:solidFill>
                  <a:schemeClr val="bg1"/>
                </a:solidFill>
                <a:latin typeface="Value Serif Pro Medium"/>
                <a:ea typeface="Value Serif Pro Medium"/>
                <a:cs typeface="Value Serif Pro Medium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195CC9-CC3E-1D42-8934-BE1B02A5BFB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318029" y="3456000"/>
            <a:ext cx="5296403" cy="463268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  <p:sp>
        <p:nvSpPr>
          <p:cNvPr id="1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5F847C-03EF-B644-AD1E-B1310BB241BF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18027" y="4430418"/>
            <a:ext cx="5296403" cy="386909"/>
          </a:xfrm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E0970B7D-C049-7A15-EC71-A18A1E121F85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169025" y="0"/>
            <a:ext cx="6027004" cy="6858000"/>
          </a:xfrm>
          <a:custGeom xmlns:a="http://schemas.openxmlformats.org/drawingml/2006/main">
            <a:gdLst>
              <a:gd name="connsiteX0" fmla="*/ 0 w 6374137"/>
              <a:gd name="connsiteY0" fmla="*/ 0 h 6858000"/>
              <a:gd name="connsiteX1" fmla="*/ 6374137 w 6374137"/>
              <a:gd name="connsiteY1" fmla="*/ 0 h 6858000"/>
              <a:gd name="connsiteX2" fmla="*/ 6374137 w 6374137"/>
              <a:gd name="connsiteY2" fmla="*/ 6847222 h 6858000"/>
              <a:gd name="connsiteX3" fmla="*/ 2302720 w 6374137"/>
              <a:gd name="connsiteY3" fmla="*/ 6858000 h 6858000"/>
              <a:gd name="connsiteX4" fmla="*/ 0 w 6374137"/>
              <a:gd name="connsiteY4" fmla="*/ 2643750 h 6858000"/>
              <a:gd name="connsiteX0" fmla="*/ 0 w 6374137"/>
              <a:gd name="connsiteY0" fmla="*/ 0 h 6858000"/>
              <a:gd name="connsiteX1" fmla="*/ 6018537 w 6374137"/>
              <a:gd name="connsiteY1" fmla="*/ 0 h 6858000"/>
              <a:gd name="connsiteX2" fmla="*/ 6374137 w 6374137"/>
              <a:gd name="connsiteY2" fmla="*/ 6847222 h 6858000"/>
              <a:gd name="connsiteX3" fmla="*/ 2302720 w 6374137"/>
              <a:gd name="connsiteY3" fmla="*/ 6858000 h 6858000"/>
              <a:gd name="connsiteX4" fmla="*/ 0 w 6374137"/>
              <a:gd name="connsiteY4" fmla="*/ 2643750 h 6858000"/>
              <a:gd name="connsiteX5" fmla="*/ 0 w 6374137"/>
              <a:gd name="connsiteY5" fmla="*/ 0 h 6858000"/>
              <a:gd name="connsiteX0" fmla="*/ 0 w 6027004"/>
              <a:gd name="connsiteY0" fmla="*/ 0 h 6858000"/>
              <a:gd name="connsiteX1" fmla="*/ 6018537 w 6027004"/>
              <a:gd name="connsiteY1" fmla="*/ 0 h 6858000"/>
              <a:gd name="connsiteX2" fmla="*/ 6027004 w 6027004"/>
              <a:gd name="connsiteY2" fmla="*/ 6855689 h 6858000"/>
              <a:gd name="connsiteX3" fmla="*/ 2302720 w 6027004"/>
              <a:gd name="connsiteY3" fmla="*/ 6858000 h 6858000"/>
              <a:gd name="connsiteX4" fmla="*/ 0 w 6027004"/>
              <a:gd name="connsiteY4" fmla="*/ 2643750 h 6858000"/>
              <a:gd name="connsiteX5" fmla="*/ 0 w 6027004"/>
              <a:gd name="connsiteY5" fmla="*/ 0 h 6858000"/>
            </a:gdLst>
            <a:rect l="l" t="t" r="r" b="b"/>
            <a:pathLst>
              <a:path w="6027004" h="6858000">
                <a:moveTo>
                  <a:pt x="0" y="0"/>
                </a:moveTo>
                <a:lnTo>
                  <a:pt x="6018537" y="0"/>
                </a:lnTo>
                <a:cubicBezTo>
                  <a:pt x="6021359" y="2285230"/>
                  <a:pt x="6024182" y="4570459"/>
                  <a:pt x="6027004" y="6855689"/>
                </a:cubicBezTo>
                <a:lnTo>
                  <a:pt x="2302720" y="6858000"/>
                </a:lnTo>
                <a:cubicBezTo>
                  <a:pt x="1555290" y="6451618"/>
                  <a:pt x="0" y="5606150"/>
                  <a:pt x="0" y="2643750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icon to add picture</a:t>
            </a:r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33030B-E9A3-3D2B-5739-877775CF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82" y="559994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marL="0" algn="l" defTabSz="914400">
              <a:buNone/>
              <a:defRPr sz="1200" kern="1200">
                <a:solidFill>
                  <a:schemeClr val="accent1"/>
                </a:solidFill>
                <a:latin typeface="Value Sans Pro"/>
                <a:ea typeface="Value Sans Pro"/>
                <a:cs typeface="Value Sans Pro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19" name="Copyright statement 4">
            <a:extLst xmlns:a="http://schemas.openxmlformats.org/drawingml/2006/main">
              <a:ext uri="{FF2B5EF4-FFF2-40B4-BE49-F238E27FC236}">
                <a16:creationId xmlns:a16="http://schemas.microsoft.com/office/drawing/2014/main" id="{8F6AA338-4E9C-C998-DCD5-638423F3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6524625"/>
            <a:ext cx="2773362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Arial"/>
                <a:ea typeface="Arial"/>
                <a:cs typeface="Arial"/>
              </a:defRPr>
            </a:pPr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© Cambridge University Press &amp; Assessment </a:t>
            </a:r>
            <a:fld id="{25210280-9A87-2F40-B48B-91D7693C2B04}" type="datetimeyyyy"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2026</a:t>
            </a:fld>
            <a:endParaRPr sz="700">
              <a:solidFill>
                <a:schemeClr val="bg1"/>
              </a:solidFill>
            </a:endParaRPr>
          </a:p>
        </p:txBody>
      </p:sp>
      <p:pic>
        <p:nvPicPr>
          <p:cNvPr id="29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b0ed14fd14aa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5291" y="333375"/>
            <a:ext cx="2772705" cy="469623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Title with image - blue">
    <p:bg>
      <p:bgPr>
        <a:solidFill xmlns:a="http://schemas.openxmlformats.org/drawingml/2006/main">
          <a:srgbClr val="1A38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 1">
            <a:extLst xmlns:a="http://schemas.openxmlformats.org/drawingml/2006/main">
              <a:ext uri="{FF2B5EF4-FFF2-40B4-BE49-F238E27FC236}">
                <a16:creationId xmlns:a16="http://schemas.microsoft.com/office/drawing/2014/main" id="{FD3D2EB1-D99F-B84B-9AE6-C4E946ABE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8029" y="2158999"/>
            <a:ext cx="5296401" cy="1274517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lvl1pPr>
              <a:buNone/>
              <a:defRPr sz="4000" b="0" i="0">
                <a:solidFill>
                  <a:schemeClr val="bg1"/>
                </a:solidFill>
                <a:latin typeface="Value Serif Pro Medium"/>
                <a:ea typeface="Value Serif Pro Medium"/>
                <a:cs typeface="Value Serif Pro Medium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B195CC9-CC3E-1D42-8934-BE1B02A5BFB5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318029" y="3456000"/>
            <a:ext cx="5296403" cy="463268"/>
          </a:xfr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lvl1pPr marL="0" indent="0">
              <a:buNone/>
              <a:defRPr sz="2400" b="0" i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  <p:sp>
        <p:nvSpPr>
          <p:cNvPr id="13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5F847C-03EF-B644-AD1E-B1310BB241BF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18027" y="4430418"/>
            <a:ext cx="5296403" cy="386909"/>
          </a:xfrm>
        </p:spPr>
        <p:txBody>
          <a:bodyPr xmlns:a="http://schemas.openxmlformats.org/drawingml/2006/main" wrap="square" lIns="0" tIns="0" rIns="0" bIns="0">
            <a:norm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/>
            </a:lvl2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  <p:pic>
        <p:nvPicPr>
          <p:cNvPr id="26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5de9532084b6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5291" y="333375"/>
            <a:ext cx="2772705" cy="469623"/>
          </a:xfrm>
          <a:prstGeom xmlns:a="http://schemas.openxmlformats.org/drawingml/2006/main" prst="rect">
            <a:avLst/>
          </a:prstGeom>
        </p:spPr>
      </p:pic>
      <p:sp>
        <p:nvSpPr>
          <p:cNvPr id="21" name="Picture Placeholder 20">
            <a:extLst xmlns:a="http://schemas.openxmlformats.org/drawingml/2006/main">
              <a:ext uri="{FF2B5EF4-FFF2-40B4-BE49-F238E27FC236}">
                <a16:creationId xmlns:a16="http://schemas.microsoft.com/office/drawing/2014/main" id="{E0970B7D-C049-7A15-EC71-A18A1E121F85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169025" y="0"/>
            <a:ext cx="6027004" cy="6858000"/>
          </a:xfrm>
          <a:custGeom xmlns:a="http://schemas.openxmlformats.org/drawingml/2006/main">
            <a:gdLst>
              <a:gd name="connsiteX0" fmla="*/ 0 w 6374137"/>
              <a:gd name="connsiteY0" fmla="*/ 0 h 6858000"/>
              <a:gd name="connsiteX1" fmla="*/ 6374137 w 6374137"/>
              <a:gd name="connsiteY1" fmla="*/ 0 h 6858000"/>
              <a:gd name="connsiteX2" fmla="*/ 6374137 w 6374137"/>
              <a:gd name="connsiteY2" fmla="*/ 6847222 h 6858000"/>
              <a:gd name="connsiteX3" fmla="*/ 2302720 w 6374137"/>
              <a:gd name="connsiteY3" fmla="*/ 6858000 h 6858000"/>
              <a:gd name="connsiteX4" fmla="*/ 0 w 6374137"/>
              <a:gd name="connsiteY4" fmla="*/ 2643750 h 6858000"/>
              <a:gd name="connsiteX0" fmla="*/ 0 w 6374137"/>
              <a:gd name="connsiteY0" fmla="*/ 0 h 6858000"/>
              <a:gd name="connsiteX1" fmla="*/ 6018537 w 6374137"/>
              <a:gd name="connsiteY1" fmla="*/ 0 h 6858000"/>
              <a:gd name="connsiteX2" fmla="*/ 6374137 w 6374137"/>
              <a:gd name="connsiteY2" fmla="*/ 6847222 h 6858000"/>
              <a:gd name="connsiteX3" fmla="*/ 2302720 w 6374137"/>
              <a:gd name="connsiteY3" fmla="*/ 6858000 h 6858000"/>
              <a:gd name="connsiteX4" fmla="*/ 0 w 6374137"/>
              <a:gd name="connsiteY4" fmla="*/ 2643750 h 6858000"/>
              <a:gd name="connsiteX5" fmla="*/ 0 w 6374137"/>
              <a:gd name="connsiteY5" fmla="*/ 0 h 6858000"/>
              <a:gd name="connsiteX0" fmla="*/ 0 w 6027004"/>
              <a:gd name="connsiteY0" fmla="*/ 0 h 6858000"/>
              <a:gd name="connsiteX1" fmla="*/ 6018537 w 6027004"/>
              <a:gd name="connsiteY1" fmla="*/ 0 h 6858000"/>
              <a:gd name="connsiteX2" fmla="*/ 6027004 w 6027004"/>
              <a:gd name="connsiteY2" fmla="*/ 6855689 h 6858000"/>
              <a:gd name="connsiteX3" fmla="*/ 2302720 w 6027004"/>
              <a:gd name="connsiteY3" fmla="*/ 6858000 h 6858000"/>
              <a:gd name="connsiteX4" fmla="*/ 0 w 6027004"/>
              <a:gd name="connsiteY4" fmla="*/ 2643750 h 6858000"/>
              <a:gd name="connsiteX5" fmla="*/ 0 w 6027004"/>
              <a:gd name="connsiteY5" fmla="*/ 0 h 6858000"/>
            </a:gdLst>
            <a:rect l="l" t="t" r="r" b="b"/>
            <a:pathLst>
              <a:path w="6027004" h="6858000">
                <a:moveTo>
                  <a:pt x="0" y="0"/>
                </a:moveTo>
                <a:lnTo>
                  <a:pt x="6018537" y="0"/>
                </a:lnTo>
                <a:cubicBezTo>
                  <a:pt x="6021359" y="2285230"/>
                  <a:pt x="6024182" y="4570459"/>
                  <a:pt x="6027004" y="6855689"/>
                </a:cubicBezTo>
                <a:lnTo>
                  <a:pt x="2302720" y="6858000"/>
                </a:lnTo>
                <a:cubicBezTo>
                  <a:pt x="1555290" y="6451618"/>
                  <a:pt x="0" y="5606150"/>
                  <a:pt x="0" y="2643750"/>
                </a:cubicBezTo>
                <a:lnTo>
                  <a:pt x="0" y="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icon to add picture</a:t>
            </a:r>
          </a:p>
        </p:txBody>
      </p:sp>
      <p:sp>
        <p:nvSpPr>
          <p:cNvPr id="16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33030B-E9A3-3D2B-5739-877775CF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882" y="5599949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marL="0" algn="l" defTabSz="914400">
              <a:buNone/>
              <a:defRPr sz="1200" kern="1200">
                <a:solidFill>
                  <a:schemeClr val="accent1"/>
                </a:solidFill>
                <a:latin typeface="Value Sans Pro"/>
                <a:ea typeface="Value Sans Pro"/>
                <a:cs typeface="Value Sans Pro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Date</a:t>
            </a:r>
          </a:p>
        </p:txBody>
      </p:sp>
      <p:sp>
        <p:nvSpPr>
          <p:cNvPr id="19" name="Copyright statement 4">
            <a:extLst xmlns:a="http://schemas.openxmlformats.org/drawingml/2006/main">
              <a:ext uri="{FF2B5EF4-FFF2-40B4-BE49-F238E27FC236}">
                <a16:creationId xmlns:a16="http://schemas.microsoft.com/office/drawing/2014/main" id="{8F6AA338-4E9C-C998-DCD5-638423F3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6524625"/>
            <a:ext cx="2773362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Arial"/>
                <a:ea typeface="Arial"/>
                <a:cs typeface="Arial"/>
              </a:defRPr>
            </a:pPr>
            <a:r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© Cambridge University Press &amp; Assessment </a:t>
            </a:r>
            <a:fld id="{54811645-C96D-5041-9E16-A5AD71ABA6A0}" type="datetimeyyyy">
              <a:rPr sz="700">
                <a:solidFill>
                  <a:schemeClr val="bg1"/>
                </a:solidFill>
                <a:latin typeface="Arial"/>
                <a:ea typeface="Arial"/>
                <a:cs typeface="Arial"/>
              </a:rPr>
              <a:t>2026</a:t>
            </a:fld>
            <a:endParaRPr sz="700">
              <a:solidFill>
                <a:schemeClr val="bg1"/>
              </a:solidFill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Quote - purple">
    <p:bg>
      <p:bgPr>
        <a:solidFill xmlns:a="http://schemas.openxmlformats.org/drawingml/2006/main">
          <a:srgbClr val="3C1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CBAE16-EEB0-6E47-A532-4EF56CDE19BA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308100" y="4630024"/>
            <a:ext cx="9575800" cy="303618"/>
          </a:xfrm>
        </p:spPr>
        <p:txBody>
          <a:bodyPr xmlns:a="http://schemas.openxmlformats.org/drawingml/2006/main" tIns="0" bIns="0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>
                <a:solidFill>
                  <a:srgbClr val="53CEC6"/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>
                <a:latin typeface="+mn-lt"/>
                <a:ea typeface="+mn-lt"/>
                <a:cs typeface="+mn-lt"/>
              </a:defRPr>
            </a:lvl2pPr>
            <a:lvl3pPr marL="914400" indent="0" algn="ctr">
              <a:buNone/>
              <a:defRPr>
                <a:latin typeface="+mn-lt"/>
                <a:ea typeface="+mn-lt"/>
                <a:cs typeface="+mn-lt"/>
              </a:defRPr>
            </a:lvl3pPr>
            <a:lvl4pPr marL="1371600" indent="0" algn="ctr">
              <a:buNone/>
              <a:defRPr>
                <a:latin typeface="+mj-lt"/>
                <a:ea typeface="+mj-lt"/>
                <a:cs typeface="+mj-lt"/>
              </a:defRPr>
            </a:lvl4pPr>
            <a:lvl5pPr marL="1828800" indent="0" algn="ctr">
              <a:buNone/>
              <a:defRPr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688EF4C-8301-8E49-A56D-A9BE08417BF5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08100" y="4940636"/>
            <a:ext cx="9575800" cy="303618"/>
          </a:xfrm>
        </p:spPr>
        <p:txBody>
          <a:bodyPr xmlns:a="http://schemas.openxmlformats.org/drawingml/2006/main" tIns="0" bIns="0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>
                <a:latin typeface="+mn-lt"/>
                <a:ea typeface="+mn-lt"/>
                <a:cs typeface="+mn-lt"/>
              </a:defRPr>
            </a:lvl2pPr>
            <a:lvl3pPr marL="914400" indent="0" algn="ctr">
              <a:buNone/>
              <a:defRPr>
                <a:latin typeface="+mn-lt"/>
                <a:ea typeface="+mn-lt"/>
                <a:cs typeface="+mn-lt"/>
              </a:defRPr>
            </a:lvl3pPr>
            <a:lvl4pPr marL="1371600" indent="0" algn="ctr">
              <a:buNone/>
              <a:defRPr>
                <a:latin typeface="+mj-lt"/>
                <a:ea typeface="+mj-lt"/>
                <a:cs typeface="+mj-lt"/>
              </a:defRPr>
            </a:lvl4pPr>
            <a:lvl5pPr marL="1828800" indent="0" algn="ctr">
              <a:buNone/>
              <a:defRPr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Role or affiliation</a:t>
            </a:r>
          </a:p>
        </p:txBody>
      </p:sp>
      <p:sp>
        <p:nvSpPr>
          <p:cNvPr id="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EF92C4-7E42-4F44-A295-712C33ECDDA1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929DBBA-EE88-EE4D-B2BB-D54967DD15DB}"/>
              </a:ext>
            </a:extLst>
          </p:cNvPr>
          <p:cNvSpPr>
            <a:spLocks xmlns:a="http://schemas.openxmlformats.org/drawingml/2006/main" noGrp="1"/>
          </p:cNvSpPr>
          <p:nvPr>
            <p:ph type="sldNum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20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e0643e7f904ec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5163"/>
            <a:ext cx="1440000" cy="241057"/>
          </a:xfrm>
          <a:prstGeom xmlns:a="http://schemas.openxmlformats.org/drawingml/2006/main" prst="rect">
            <a:avLst/>
          </a:prstGeom>
        </p:spPr>
      </p:pic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19E09FB2-63B1-5940-AE90-E01D423F41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08100" y="1296000"/>
            <a:ext cx="9575800" cy="3327030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Quote - blue">
    <p:bg>
      <p:bgPr>
        <a:solidFill xmlns:a="http://schemas.openxmlformats.org/drawingml/2006/main">
          <a:srgbClr val="1A38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ECDBC3-F398-004C-B294-978D0F3552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08100" y="1296000"/>
            <a:ext cx="9575800" cy="3334024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678A1-F388-ED4F-8DC8-E9DD5637A6A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308100" y="4630024"/>
            <a:ext cx="9575800" cy="303618"/>
          </a:xfrm>
        </p:spPr>
        <p:txBody>
          <a:bodyPr xmlns:a="http://schemas.openxmlformats.org/drawingml/2006/main" tIns="0" bIns="0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>
                <a:solidFill>
                  <a:srgbClr val="53CEC6"/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>
                <a:latin typeface="+mn-lt"/>
                <a:ea typeface="+mn-lt"/>
                <a:cs typeface="+mn-lt"/>
              </a:defRPr>
            </a:lvl2pPr>
            <a:lvl3pPr marL="914400" indent="0" algn="ctr">
              <a:buNone/>
              <a:defRPr>
                <a:latin typeface="+mn-lt"/>
                <a:ea typeface="+mn-lt"/>
                <a:cs typeface="+mn-lt"/>
              </a:defRPr>
            </a:lvl3pPr>
            <a:lvl4pPr marL="1371600" indent="0" algn="ctr">
              <a:buNone/>
              <a:defRPr>
                <a:latin typeface="+mj-lt"/>
                <a:ea typeface="+mj-lt"/>
                <a:cs typeface="+mj-lt"/>
              </a:defRPr>
            </a:lvl4pPr>
            <a:lvl5pPr marL="1828800" indent="0" algn="ctr">
              <a:buNone/>
              <a:defRPr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10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DF7AD56-51DF-BE42-9D37-74066864DB2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08100" y="4940636"/>
            <a:ext cx="9575800" cy="303618"/>
          </a:xfrm>
        </p:spPr>
        <p:txBody>
          <a:bodyPr xmlns:a="http://schemas.openxmlformats.org/drawingml/2006/main" tIns="0" bIns="0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14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457200" indent="0" algn="ctr">
              <a:buNone/>
              <a:defRPr>
                <a:latin typeface="+mn-lt"/>
                <a:ea typeface="+mn-lt"/>
                <a:cs typeface="+mn-lt"/>
              </a:defRPr>
            </a:lvl2pPr>
            <a:lvl3pPr marL="914400" indent="0" algn="ctr">
              <a:buNone/>
              <a:defRPr>
                <a:latin typeface="+mn-lt"/>
                <a:ea typeface="+mn-lt"/>
                <a:cs typeface="+mn-lt"/>
              </a:defRPr>
            </a:lvl3pPr>
            <a:lvl4pPr marL="1371600" indent="0" algn="ctr">
              <a:buNone/>
              <a:defRPr>
                <a:latin typeface="+mj-lt"/>
                <a:ea typeface="+mj-lt"/>
                <a:cs typeface="+mj-lt"/>
              </a:defRPr>
            </a:lvl4pPr>
            <a:lvl5pPr marL="1828800" indent="0" algn="ctr">
              <a:buNone/>
              <a:defRPr>
                <a:latin typeface="+mj-lt"/>
                <a:ea typeface="+mj-lt"/>
                <a:cs typeface="+mj-lt"/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Role or affiliation</a:t>
            </a:r>
          </a:p>
        </p:txBody>
      </p:sp>
      <p:sp>
        <p:nvSpPr>
          <p:cNvPr id="1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6BD42D-97F2-3742-BB7F-43DD02EDD425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>
          <a:xfrm xmlns:a="http://schemas.openxmlformats.org/drawingml/2006/main">
            <a:off x="334964" y="6660001"/>
            <a:ext cx="5689440" cy="19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F76948D-E673-8A41-9C0D-F3CF9865CE5E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22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26a839fc7411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5163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preserve="1" userDrawn="1">
  <p:cSld name="Large text - purple">
    <p:bg>
      <p:bgPr>
        <a:solidFill xmlns:a="http://schemas.openxmlformats.org/drawingml/2006/main">
          <a:srgbClr val="3C1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AABBB3C-9A0C-644A-8A05-DA298599D768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F76948D-E673-8A41-9C0D-F3CF9865CE5E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BADD993-4A4D-3E48-9FE1-72DD614299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08100" y="1296001"/>
            <a:ext cx="9575800" cy="522822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pic>
        <p:nvPicPr>
          <p:cNvPr id="10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deb04b57a42b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5163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preserve="1" userDrawn="1">
  <p:cSld name="Large text - blue">
    <p:bg>
      <p:bgPr>
        <a:solidFill xmlns:a="http://schemas.openxmlformats.org/drawingml/2006/main">
          <a:srgbClr val="1A38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EAABBB3C-9A0C-644A-8A05-DA298599D768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334963" y="6660001"/>
            <a:ext cx="5689441" cy="19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F76948D-E673-8A41-9C0D-F3CF9865CE5E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A674770F-E860-0A4C-8BEB-5CA0F13E23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308100" y="1296001"/>
            <a:ext cx="9575800" cy="522822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pic>
        <p:nvPicPr>
          <p:cNvPr id="12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78a4d11834d3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5163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C4C9D661-3D7F-124C-8328-6556925236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535531"/>
          </a:xfrm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>
            <a:lvl1pPr>
              <a:buNone/>
              <a:defRPr sz="3200" baseline="0">
                <a:solidFill>
                  <a:schemeClr val="tx1"/>
                </a:solidFill>
                <a:latin typeface="Georgia"/>
                <a:ea typeface="Georgia"/>
                <a:cs typeface="Georgia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3CA684-9A68-4EBE-AA4A-247AD41937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11522074" cy="4676096"/>
          </a:xfrm>
        </p:spPr>
        <p:txBody>
          <a:bodyPr xmlns:a="http://schemas.openxmlformats.org/drawingml/2006/main" lIns="0" tIns="180000" rIns="0"/>
          <a:lstStyle xmlns:a="http://schemas.openxmlformats.org/drawingml/2006/main">
            <a:lvl1pPr>
              <a:buNone/>
              <a:defRPr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11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D3A0FED-CD89-5342-825D-2E465D7E09D9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70437B6-1CFF-7047-BDFC-E945379CCD17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18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d63383a674d0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4767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preserve="1" userDrawn="1">
  <p:cSld name="Divider 1 - purp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8113367de47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F9A1FF-FC9A-984D-A4AF-64FF4C817B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2" y="3076085"/>
            <a:ext cx="11522075" cy="507831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5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85EFCCE-9164-964B-AA96-7D7A3EBB4BBA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6C3CE47-C399-D248-852D-16ACD866EC81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13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d0e43a5084ce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5163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preserve="1" userDrawn="1">
  <p:cSld name="Divider 1 - blu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949a55b3a41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Title 1">
            <a:extLst xmlns:a="http://schemas.openxmlformats.org/drawingml/2006/main">
              <a:ext uri="{FF2B5EF4-FFF2-40B4-BE49-F238E27FC236}">
                <a16:creationId xmlns:a16="http://schemas.microsoft.com/office/drawing/2014/main" id="{4B3F3312-B5DD-2845-AE7C-721468D07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2" y="3076085"/>
            <a:ext cx="11522075" cy="507831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12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3260F41-036A-314A-92A2-74674A5C194E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334964" y="6660001"/>
            <a:ext cx="5689440" cy="19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D75600E-066E-9A48-BF40-CADE694E8DC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21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60fc5bc9d425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4767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2.xml><?xml version="1.0" encoding="utf-8"?>
<p:sldLayout xmlns:p="http://schemas.openxmlformats.org/presentationml/2006/main" preserve="1" userDrawn="1">
  <p:cSld name="Divider 2 - purp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bbcb385054d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Title 1">
            <a:extLst xmlns:a="http://schemas.openxmlformats.org/drawingml/2006/main">
              <a:ext uri="{FF2B5EF4-FFF2-40B4-BE49-F238E27FC236}">
                <a16:creationId xmlns:a16="http://schemas.microsoft.com/office/drawing/2014/main" id="{98E6026C-9BA5-6540-853E-0455096639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2" y="3076085"/>
            <a:ext cx="11522075" cy="507831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12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D7FE609-9A67-464E-88FC-56DFC6EF16B1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334964" y="6660001"/>
            <a:ext cx="5689440" cy="19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4FA451-7CB5-FB49-9B12-E5C12F13E0B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21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0ab4509b0497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5163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3.xml><?xml version="1.0" encoding="utf-8"?>
<p:sldLayout xmlns:p="http://schemas.openxmlformats.org/presentationml/2006/main" preserve="1" userDrawn="1">
  <p:cSld name="Divider 2 - blu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cc108dd9df4c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4B0E3A69-0DA9-D544-A57E-ADC8DE5A41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2" y="3076085"/>
            <a:ext cx="11522075" cy="507831"/>
          </a:xfr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ctr">
              <a:buNone/>
              <a:defRPr sz="3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9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668699E-3D03-F943-BCDE-185D313D98D6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334964" y="6660001"/>
            <a:ext cx="5689440" cy="19799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7A581AD-C984-C649-B7E3-EF5F1627C889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19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882eaf581485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5163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4.xml><?xml version="1.0" encoding="utf-8"?>
<p:sldLayout xmlns:p="http://schemas.openxmlformats.org/presentationml/2006/main" preserve="1" userDrawn="1">
  <p:cSld name="Factoid - purp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F553E2-6D6F-F646-B515-DA553A7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7086" y="0"/>
            <a:ext cx="6014913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156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itle 1">
            <a:extLst xmlns:a="http://schemas.openxmlformats.org/drawingml/2006/main">
              <a:ext uri="{FF2B5EF4-FFF2-40B4-BE49-F238E27FC236}">
                <a16:creationId xmlns:a16="http://schemas.microsoft.com/office/drawing/2014/main" id="{48E4D109-E4FE-C74A-B4E6-2D0F2FC0CD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2" y="1260000"/>
            <a:ext cx="5761037" cy="624956"/>
          </a:xfrm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>
            <a:lvl1pPr>
              <a:buNone/>
              <a:defRPr sz="3200" b="0" i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2136029-57E6-1046-A862-A33283440C7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34760" y="1884956"/>
            <a:ext cx="5683789" cy="46317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6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31D989D-A10D-324A-934D-565816DBA2F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77085" y="1828800"/>
            <a:ext cx="6014915" cy="2550160"/>
          </a:xfrm>
        </p:spPr>
        <p:txBody>
          <a:bodyPr xmlns:a="http://schemas.openxmlformats.org/drawingml/2006/main" tIns="0" bIns="0" anchor="t">
            <a:noAutofit/>
          </a:bodyPr>
          <a:lstStyle xmlns:a="http://schemas.openxmlformats.org/drawingml/2006/main">
            <a:lvl1pPr marL="0" indent="0" algn="ctr">
              <a:buNone/>
              <a:defRPr sz="19900" b="1">
                <a:solidFill>
                  <a:srgbClr val="D4ADFF"/>
                </a:solidFill>
              </a:defRPr>
            </a:lvl1pPr>
            <a:lvl2pPr>
              <a:buNone/>
              <a:defRPr b="1">
                <a:solidFill>
                  <a:srgbClr val="53CEC6"/>
                </a:solidFill>
              </a:defRPr>
            </a:lvl2pPr>
            <a:lvl3pPr>
              <a:buNone/>
              <a:defRPr b="1">
                <a:solidFill>
                  <a:srgbClr val="53CEC6"/>
                </a:solidFill>
              </a:defRPr>
            </a:lvl3pPr>
            <a:lvl4pPr>
              <a:buNone/>
              <a:defRPr b="1">
                <a:solidFill>
                  <a:srgbClr val="53CEC6"/>
                </a:solidFill>
              </a:defRPr>
            </a:lvl4pPr>
            <a:lvl5pPr>
              <a:buNone/>
              <a:defRPr b="1">
                <a:solidFill>
                  <a:srgbClr val="53CEC6"/>
                </a:solidFill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6%</a:t>
            </a:r>
          </a:p>
        </p:txBody>
      </p:sp>
      <p:sp>
        <p:nvSpPr>
          <p:cNvPr id="8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080EB9B-83F0-0546-9900-8DD72A2953E3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173453" y="4563762"/>
            <a:ext cx="6018547" cy="1502076"/>
          </a:xfrm>
        </p:spPr>
        <p:txBody>
          <a:bodyPr xmlns:a="http://schemas.openxmlformats.org/drawingml/2006/main" tIns="0" bIns="0">
            <a:noAutofit/>
          </a:bodyPr>
          <a:lstStyle xmlns:a="http://schemas.openxmlformats.org/drawingml/2006/main">
            <a:lvl1pPr marL="0" indent="0" algn="ctr">
              <a:buNone/>
              <a:defRPr sz="2000" b="1">
                <a:solidFill>
                  <a:srgbClr val="D4ADFF"/>
                </a:solidFill>
              </a:defRPr>
            </a:lvl1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Explanation here</a:t>
            </a:r>
          </a:p>
        </p:txBody>
      </p:sp>
      <p:sp>
        <p:nvSpPr>
          <p:cNvPr id="4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DF852A6-6393-8041-9710-E20E7732D431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9E03AD3-3763-9A43-9904-827A30B3312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21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19a7b9e5e4c55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4767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5.xml><?xml version="1.0" encoding="utf-8"?>
<p:sldLayout xmlns:p="http://schemas.openxmlformats.org/presentationml/2006/main" preserve="1" userDrawn="1">
  <p:cSld name="Factoid - blu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BF553E2-6D6F-F646-B515-DA553A7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3452" y="0"/>
            <a:ext cx="601854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8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itle 1">
            <a:extLst xmlns:a="http://schemas.openxmlformats.org/drawingml/2006/main">
              <a:ext uri="{FF2B5EF4-FFF2-40B4-BE49-F238E27FC236}">
                <a16:creationId xmlns:a16="http://schemas.microsoft.com/office/drawing/2014/main" id="{A3FFF408-19F4-B24E-9680-D8C5C21657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5683586" cy="624956"/>
          </a:xfrm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>
            <a:lvl1pPr>
              <a:buNone/>
              <a:defRPr sz="3200" b="0" i="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2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E57E8FC-F054-F54F-882C-FA27A4CDA227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34760" y="1884956"/>
            <a:ext cx="5683789" cy="46317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11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406C95-6FD8-AF4F-9F36-F99300F4996B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80002" y="1828800"/>
            <a:ext cx="6011998" cy="2550160"/>
          </a:xfrm>
        </p:spPr>
        <p:txBody>
          <a:bodyPr xmlns:a="http://schemas.openxmlformats.org/drawingml/2006/main" tIns="0" bIns="0" anchor="t">
            <a:noAutofit/>
          </a:bodyPr>
          <a:lstStyle xmlns:a="http://schemas.openxmlformats.org/drawingml/2006/main">
            <a:lvl1pPr marL="0" indent="0" algn="ctr">
              <a:buNone/>
              <a:defRPr sz="19900" b="1">
                <a:solidFill>
                  <a:srgbClr val="37C4BC"/>
                </a:solidFill>
              </a:defRPr>
            </a:lvl1pPr>
            <a:lvl2pPr>
              <a:buNone/>
              <a:defRPr b="1">
                <a:solidFill>
                  <a:srgbClr val="53CEC6"/>
                </a:solidFill>
              </a:defRPr>
            </a:lvl2pPr>
            <a:lvl3pPr>
              <a:buNone/>
              <a:defRPr b="1">
                <a:solidFill>
                  <a:srgbClr val="53CEC6"/>
                </a:solidFill>
              </a:defRPr>
            </a:lvl3pPr>
            <a:lvl4pPr>
              <a:buNone/>
              <a:defRPr b="1">
                <a:solidFill>
                  <a:srgbClr val="53CEC6"/>
                </a:solidFill>
              </a:defRPr>
            </a:lvl4pPr>
            <a:lvl5pPr>
              <a:buNone/>
              <a:defRPr b="1">
                <a:solidFill>
                  <a:srgbClr val="53CEC6"/>
                </a:solidFill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6%</a:t>
            </a:r>
          </a:p>
        </p:txBody>
      </p:sp>
      <p:sp>
        <p:nvSpPr>
          <p:cNvPr id="12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1AB5F95-A8EF-E746-8D00-8270429B94B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180002" y="4563762"/>
            <a:ext cx="6011998" cy="1502076"/>
          </a:xfrm>
        </p:spPr>
        <p:txBody>
          <a:bodyPr xmlns:a="http://schemas.openxmlformats.org/drawingml/2006/main" tIns="0" bIns="0">
            <a:noAutofit/>
          </a:bodyPr>
          <a:lstStyle xmlns:a="http://schemas.openxmlformats.org/drawingml/2006/main">
            <a:lvl1pPr marL="0" indent="0" algn="ctr">
              <a:buNone/>
              <a:defRPr sz="2000" b="1">
                <a:solidFill>
                  <a:srgbClr val="8CD6C9"/>
                </a:solidFill>
              </a:defRPr>
            </a:lvl1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Explanation here</a:t>
            </a:r>
          </a:p>
        </p:txBody>
      </p:sp>
      <p:sp>
        <p:nvSpPr>
          <p:cNvPr id="4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49E0EAF-9575-834B-9339-CCA94ED910B8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4EE0DB-277A-254D-8260-4497928EC0D9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30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131bdb8be416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4767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 preserve="1" userDrawn="1">
  <p:cSld name="Content and image - purpl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F553E2-6D6F-F646-B515-DA553A7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233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13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9B259-87C1-D74C-AFAE-70333D5F423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sp>
        <p:nvSpPr>
          <p:cNvPr id="1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282B06-52A9-DA46-B1B4-BDDAB306EF48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B32662E-0E4C-4F46-867E-AE7678E79F85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34963" y="797710"/>
            <a:ext cx="5351988" cy="571897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icon to add picture</a:t>
            </a:r>
          </a:p>
        </p:txBody>
      </p:sp>
      <p:sp>
        <p:nvSpPr>
          <p:cNvPr id="2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31023C-2FD2-2B4A-9CFB-67CDB639B5E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169025" y="1884956"/>
            <a:ext cx="5688013" cy="46317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23" name="Title 1">
            <a:extLst xmlns:a="http://schemas.openxmlformats.org/drawingml/2006/main">
              <a:ext uri="{FF2B5EF4-FFF2-40B4-BE49-F238E27FC236}">
                <a16:creationId xmlns:a16="http://schemas.microsoft.com/office/drawing/2014/main" id="{9FFE7B7E-E11B-2E4A-AA7C-95F59F211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68658" y="1260000"/>
            <a:ext cx="5688380" cy="624956"/>
          </a:xfrm>
        </p:spPr>
        <p:txBody>
          <a:bodyPr xmlns:a="http://schemas.openxmlformats.org/drawingml/2006/main" wrap="square" lIns="0" rIns="0" bIns="180000">
            <a:spAutoFit/>
          </a:bodyPr>
          <a:lstStyle xmlns:a="http://schemas.openxmlformats.org/drawingml/2006/main">
            <a:lvl1pPr>
              <a:buNone/>
              <a:defRPr sz="3200" b="0" i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pic>
        <p:nvPicPr>
          <p:cNvPr id="31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416d8613346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5163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7.xml><?xml version="1.0" encoding="utf-8"?>
<p:sldLayout xmlns:p="http://schemas.openxmlformats.org/presentationml/2006/main" preserve="1" userDrawn="1">
  <p:cSld name="Content and image - blue lef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F553E2-6D6F-F646-B515-DA553A7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233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8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209D0F62-D3CA-994F-8099-E4196040A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68658" y="1260000"/>
            <a:ext cx="5688379" cy="629573"/>
          </a:xfrm>
        </p:spPr>
        <p:txBody>
          <a:bodyPr xmlns:a="http://schemas.openxmlformats.org/drawingml/2006/main" wrap="square" lIns="0" rIns="0" bIns="180000">
            <a:spAutoFit/>
          </a:bodyPr>
          <a:lstStyle xmlns:a="http://schemas.openxmlformats.org/drawingml/2006/main">
            <a:lvl1pPr>
              <a:buNone/>
              <a:defRPr sz="3200" b="0" i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3160FE-8E73-8741-A6EB-075187DA6CA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169025" y="1884956"/>
            <a:ext cx="5688013" cy="46317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2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08DE098E-912D-7F45-AEC4-5957B3F0EABB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34963" y="797710"/>
            <a:ext cx="5351988" cy="571897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icon to add picture</a:t>
            </a:r>
          </a:p>
        </p:txBody>
      </p:sp>
      <p:sp>
        <p:nvSpPr>
          <p:cNvPr id="21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C31AB3-1ECA-7140-91E4-2C5A2454F917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>
          <a:xfrm xmlns:a="http://schemas.openxmlformats.org/drawingml/2006/main">
            <a:off x="334964" y="6660001"/>
            <a:ext cx="5689440" cy="19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9B259-87C1-D74C-AFAE-70333D5F423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>
          <a:xfrm xmlns:a="http://schemas.openxmlformats.org/drawingml/2006/main">
            <a:off x="11028363" y="341311"/>
            <a:ext cx="828675" cy="2779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30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09d05b7134e4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5163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8.xml><?xml version="1.0" encoding="utf-8"?>
<p:sldLayout xmlns:p="http://schemas.openxmlformats.org/presentationml/2006/main" preserve="1" userDrawn="1">
  <p:cSld name="Content and image - purpl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F553E2-6D6F-F646-B515-DA553A7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0"/>
            <a:ext cx="60233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136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itle 1">
            <a:extLst xmlns:a="http://schemas.openxmlformats.org/drawingml/2006/main">
              <a:ext uri="{FF2B5EF4-FFF2-40B4-BE49-F238E27FC236}">
                <a16:creationId xmlns:a16="http://schemas.microsoft.com/office/drawing/2014/main" id="{9FFE7B7E-E11B-2E4A-AA7C-95F59F211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3902" y="1260000"/>
            <a:ext cx="5689073" cy="629573"/>
          </a:xfrm>
        </p:spPr>
        <p:txBody>
          <a:bodyPr xmlns:a="http://schemas.openxmlformats.org/drawingml/2006/main" wrap="square" lIns="0" rIns="0" bIns="180000">
            <a:spAutoFit/>
          </a:bodyPr>
          <a:lstStyle xmlns:a="http://schemas.openxmlformats.org/drawingml/2006/main">
            <a:lvl1pPr>
              <a:buNone/>
              <a:defRPr sz="3200" b="0" i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2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31023C-2FD2-2B4A-9CFB-67CDB639B5E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333903" y="1884956"/>
            <a:ext cx="5689072" cy="46317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1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B32662E-0E4C-4F46-867E-AE7678E79F85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502561" y="797710"/>
            <a:ext cx="5351988" cy="571897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icon to add picture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357DA6-BE27-0749-A284-6809D9322294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34964" y="6660001"/>
            <a:ext cx="5689440" cy="19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9B259-87C1-D74C-AFAE-70333D5F423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31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0f187011964ca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4767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9.xml><?xml version="1.0" encoding="utf-8"?>
<p:sldLayout xmlns:p="http://schemas.openxmlformats.org/presentationml/2006/main" preserve="1" userDrawn="1">
  <p:cSld name="Content and image - blu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BF553E2-6D6F-F646-B515-DA553A76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9025" y="0"/>
            <a:ext cx="602334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84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itle 1">
            <a:extLst xmlns:a="http://schemas.openxmlformats.org/drawingml/2006/main">
              <a:ext uri="{FF2B5EF4-FFF2-40B4-BE49-F238E27FC236}">
                <a16:creationId xmlns:a16="http://schemas.microsoft.com/office/drawing/2014/main" id="{9FFE7B7E-E11B-2E4A-AA7C-95F59F2114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3903" y="1260000"/>
            <a:ext cx="5689072" cy="629573"/>
          </a:xfrm>
        </p:spPr>
        <p:txBody>
          <a:bodyPr xmlns:a="http://schemas.openxmlformats.org/drawingml/2006/main" wrap="square" lIns="0" rIns="0" bIns="180000">
            <a:spAutoFit/>
          </a:bodyPr>
          <a:lstStyle xmlns:a="http://schemas.openxmlformats.org/drawingml/2006/main">
            <a:lvl1pPr>
              <a:buNone/>
              <a:defRPr sz="3200" b="0" i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2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31023C-2FD2-2B4A-9CFB-67CDB639B5E3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333903" y="1884956"/>
            <a:ext cx="5689072" cy="46317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17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B32662E-0E4C-4F46-867E-AE7678E79F85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6502561" y="797710"/>
            <a:ext cx="5351988" cy="571897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icon to add picture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F357DA6-BE27-0749-A284-6809D9322294}"/>
              </a:ext>
            </a:extLst>
          </p:cNvPr>
          <p:cNvSpPr>
            <a:spLocks xmlns:a="http://schemas.openxmlformats.org/drawingml/2006/main" noGrp="1"/>
          </p:cNvSpPr>
          <p:nvPr>
            <p:ph type="ftr" idx="14"/>
          </p:nvPr>
        </p:nvSpPr>
        <p:spPr>
          <a:xfrm xmlns:a="http://schemas.openxmlformats.org/drawingml/2006/main">
            <a:off x="334964" y="6660001"/>
            <a:ext cx="5689440" cy="198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69B259-87C1-D74C-AFAE-70333D5F423F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31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0e355fefa4b7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4767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0.xml><?xml version="1.0" encoding="utf-8"?>
<p:sldLayout xmlns:p="http://schemas.openxmlformats.org/presentationml/2006/main" preserve="1" userDrawn="1">
  <p:cSld name="Title and content - image r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8EC8305A-D361-0341-B422-A8F0291B4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5683586" cy="624956"/>
          </a:xfrm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>
            <a:lvl1pPr>
              <a:buNone/>
              <a:defRPr sz="3200" b="0" i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3AE79C-05BE-164C-830A-AE1EF96BF2E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34760" y="1884956"/>
            <a:ext cx="5683789" cy="463173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3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F3CA684-9A68-4EBE-AA4A-247AD41937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69025" y="0"/>
            <a:ext cx="6022975" cy="6858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baseline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272026E-2D33-BC41-ACD9-84FAB6F1A369}"/>
              </a:ext>
            </a:extLst>
          </p:cNvPr>
          <p:cNvSpPr>
            <a:spLocks xmlns:a="http://schemas.openxmlformats.org/drawingml/2006/main" noGrp="1"/>
          </p:cNvSpPr>
          <p:nvPr>
            <p:ph type="ftr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2410E1C-70EA-B44B-A6EC-697761986016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17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598d1ad3b34a8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4767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1.xml><?xml version="1.0" encoding="utf-8"?>
<p:sldLayout xmlns:p="http://schemas.openxmlformats.org/presentationml/2006/main" preserve="1" userDrawn="1">
  <p:cSld name="Title and content -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89676477-78CD-AE41-9932-5507BF816F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9388" y="1260000"/>
            <a:ext cx="11517649" cy="624956"/>
          </a:xfrm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>
            <a:lvl1pPr>
              <a:buNone/>
              <a:defRPr sz="3200" b="0" i="0" baseline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10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2543C1C-9042-7E4C-B9CD-BA9631021476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338039" y="1884956"/>
            <a:ext cx="5688214" cy="4631732"/>
          </a:xfrm>
        </p:spPr>
        <p:txBody>
          <a:bodyPr xmlns:a="http://schemas.openxmlformats.org/drawingml/2006/main" lIns="0" tIns="180000" rIns="0"/>
          <a:lstStyle xmlns:a="http://schemas.openxmlformats.org/drawingml/2006/main">
            <a:lvl1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6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77281A7-AB29-7246-B88E-7FA31840EC6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168824" y="1884956"/>
            <a:ext cx="5688214" cy="4631732"/>
          </a:xfrm>
        </p:spPr>
        <p:txBody>
          <a:bodyPr xmlns:a="http://schemas.openxmlformats.org/drawingml/2006/main" lIns="0" tIns="180000" rIns="0"/>
          <a:lstStyle xmlns:a="http://schemas.openxmlformats.org/drawingml/2006/main">
            <a:lvl1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1pPr>
            <a:lvl2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2pPr>
            <a:lvl3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3pPr>
            <a:lvl4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4pPr>
            <a:lvl5pPr>
              <a:buNone/>
              <a:defRPr b="0" i="0" baseline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614BA6-ADAB-4540-94BC-1C2E287583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DEC1BE-BB5B-DA4F-8DFB-39E2F6E4B3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6580B96C-853A-4F26-91B4-F0764DB54639}" type="slidenum">
              <a:rPr>
                <a:latin typeface="Arial"/>
                <a:ea typeface="Arial"/>
                <a:cs typeface="Arial"/>
              </a:rPr>
              <a:t>‹#›</a:t>
            </a:fld>
            <a:endParaRPr/>
          </a:p>
        </p:txBody>
      </p:sp>
      <p:pic>
        <p:nvPicPr>
          <p:cNvPr id="17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9428d24a284a2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4963" y="334767"/>
            <a:ext cx="1440000" cy="2410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2.xml><?xml version="1.0" encoding="utf-8"?>
<p:sldLayout xmlns:p="http://schemas.openxmlformats.org/presentationml/2006/main" preserve="1" userDrawn="1">
  <p:cSld name="End - blue">
    <p:bg>
      <p:bgPr>
        <a:solidFill xmlns:a="http://schemas.openxmlformats.org/drawingml/2006/main">
          <a:srgbClr val="1A38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 hidden="1">
            <a:extLst xmlns:a="http://schemas.openxmlformats.org/drawingml/2006/main">
              <a:ext uri="{FF2B5EF4-FFF2-40B4-BE49-F238E27FC236}">
                <a16:creationId xmlns:a16="http://schemas.microsoft.com/office/drawing/2014/main" id="{43C6BFF5-91B7-3A48-AA0E-4A11EC9C32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3" y="-1023722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End of presentation.</a:t>
            </a:r>
          </a:p>
        </p:txBody>
      </p:sp>
      <p:pic>
        <p:nvPicPr>
          <p:cNvPr id="15" name="Brand 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fba2d7d1e42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9434" y="0"/>
            <a:ext cx="7572566" cy="5949873"/>
          </a:xfrm>
          <a:prstGeom xmlns:a="http://schemas.openxmlformats.org/drawingml/2006/main" prst="rect">
            <a:avLst/>
          </a:prstGeom>
        </p:spPr>
      </p:pic>
      <p:sp>
        <p:nvSpPr>
          <p:cNvPr id="7" name="Web address 1">
            <a:extLst xmlns:a="http://schemas.openxmlformats.org/drawingml/2006/main">
              <a:ext uri="{FF2B5EF4-FFF2-40B4-BE49-F238E27FC236}">
                <a16:creationId xmlns:a16="http://schemas.microsoft.com/office/drawing/2014/main" id="{4E480784-88C2-8D49-B2F7-7119C805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0" y="6323783"/>
            <a:ext cx="275395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cambridge.org</a:t>
            </a:r>
          </a:p>
        </p:txBody>
      </p:sp>
      <p:pic>
        <p:nvPicPr>
          <p:cNvPr id="17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38f0058d948b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5291" y="3227676"/>
            <a:ext cx="2772705" cy="469623"/>
          </a:xfrm>
          <a:prstGeom xmlns:a="http://schemas.openxmlformats.org/drawingml/2006/main" prst="rect">
            <a:avLst/>
          </a:prstGeom>
        </p:spPr>
      </p:pic>
      <p:sp>
        <p:nvSpPr>
          <p:cNvPr id="11" name="Copyright statement 4">
            <a:extLst xmlns:a="http://schemas.openxmlformats.org/drawingml/2006/main">
              <a:ext uri="{FF2B5EF4-FFF2-40B4-BE49-F238E27FC236}">
                <a16:creationId xmlns:a16="http://schemas.microsoft.com/office/drawing/2014/main" id="{B566B302-6FE9-2849-BDDF-FEE9CAED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6428428"/>
            <a:ext cx="2773362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>
                <a:latin typeface="Arial"/>
                <a:ea typeface="Arial"/>
                <a:cs typeface="Arial"/>
              </a:defRPr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Cambridge University Press &amp; Assessment </a:t>
            </a:r>
            <a:fld id="{1EE2FCA6-7DE0-AD44-A59D-C57BCC77E3B5}" type="datetimeyyyy"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2026</a:t>
            </a:fld>
            <a:endParaRPr sz="7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End - purple">
    <p:bg>
      <p:bgPr>
        <a:solidFill xmlns:a="http://schemas.openxmlformats.org/drawingml/2006/main">
          <a:srgbClr val="3C136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 1" hidden="1">
            <a:extLst xmlns:a="http://schemas.openxmlformats.org/drawingml/2006/main">
              <a:ext uri="{FF2B5EF4-FFF2-40B4-BE49-F238E27FC236}">
                <a16:creationId xmlns:a16="http://schemas.microsoft.com/office/drawing/2014/main" id="{18B2826A-5592-3741-877F-D4AA748703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54370" y="-1103512"/>
            <a:ext cx="11502668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End of presentation.</a:t>
            </a:r>
          </a:p>
        </p:txBody>
      </p:sp>
      <p:pic>
        <p:nvPicPr>
          <p:cNvPr id="13" name="Brand graphic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c34123bb842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9435" y="0"/>
            <a:ext cx="7572565" cy="5949873"/>
          </a:xfrm>
          <a:prstGeom xmlns:a="http://schemas.openxmlformats.org/drawingml/2006/main" prst="rect">
            <a:avLst/>
          </a:prstGeom>
        </p:spPr>
      </p:pic>
      <p:sp>
        <p:nvSpPr>
          <p:cNvPr id="7" name="Web address 1">
            <a:extLst xmlns:a="http://schemas.openxmlformats.org/drawingml/2006/main">
              <a:ext uri="{FF2B5EF4-FFF2-40B4-BE49-F238E27FC236}">
                <a16:creationId xmlns:a16="http://schemas.microsoft.com/office/drawing/2014/main" id="{AA06ACEB-673B-094F-9D5E-0901A513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70" y="6323783"/>
            <a:ext cx="275395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r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cambridge.org</a:t>
            </a:r>
          </a:p>
        </p:txBody>
      </p:sp>
      <p:sp>
        <p:nvSpPr>
          <p:cNvPr id="9" name="Copyright statement 4">
            <a:extLst xmlns:a="http://schemas.openxmlformats.org/drawingml/2006/main">
              <a:ext uri="{FF2B5EF4-FFF2-40B4-BE49-F238E27FC236}">
                <a16:creationId xmlns:a16="http://schemas.microsoft.com/office/drawing/2014/main" id="{B5E28C4A-7932-9B42-AA2E-64955957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3675" y="6428428"/>
            <a:ext cx="2773362" cy="10772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>
                <a:latin typeface="Arial"/>
                <a:ea typeface="Arial"/>
                <a:cs typeface="Arial"/>
              </a:defRPr>
            </a:pPr>
            <a:r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© Cambridge University Press &amp; Assessment </a:t>
            </a:r>
            <a:fld id="{1EE2FCA6-7DE0-AD44-A59D-C57BCC77E3B5}" type="datetimeyyyy">
              <a:rPr sz="7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2026</a:t>
            </a:fld>
            <a:endParaRPr sz="700" b="0" i="0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Logo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5b5345d03489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5291" y="3227676"/>
            <a:ext cx="2772705" cy="46962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9e98eb82e047b1" /><Relationship Type="http://schemas.openxmlformats.org/officeDocument/2006/relationships/slideLayout" Target="/ppt/slideLayouts/slideLayout1.xml" Id="R24713c14f97d4543" /><Relationship Type="http://schemas.openxmlformats.org/officeDocument/2006/relationships/slideLayout" Target="/ppt/slideLayouts/slideLayout2.xml" Id="Rc390cc0869934edb" /><Relationship Type="http://schemas.openxmlformats.org/officeDocument/2006/relationships/slideLayout" Target="/ppt/slideLayouts/slideLayout3.xml" Id="Rb2184bd7b90d4001" /><Relationship Type="http://schemas.openxmlformats.org/officeDocument/2006/relationships/slideLayout" Target="/ppt/slideLayouts/slideLayout4.xml" Id="Ra5280d3118314c3f" /><Relationship Type="http://schemas.openxmlformats.org/officeDocument/2006/relationships/slideLayout" Target="/ppt/slideLayouts/slideLayout5.xml" Id="Rca2cbeb41af0492f" /><Relationship Type="http://schemas.openxmlformats.org/officeDocument/2006/relationships/slideLayout" Target="/ppt/slideLayouts/slideLayout6.xml" Id="Ra0bcc4f1aadf4f7b" /><Relationship Type="http://schemas.openxmlformats.org/officeDocument/2006/relationships/slideLayout" Target="/ppt/slideLayouts/slideLayout7.xml" Id="R8aad20722e8f4da8" /><Relationship Type="http://schemas.openxmlformats.org/officeDocument/2006/relationships/slideLayout" Target="/ppt/slideLayouts/slideLayout8.xml" Id="R8a287ed0ba444863" /><Relationship Type="http://schemas.openxmlformats.org/officeDocument/2006/relationships/slideLayout" Target="/ppt/slideLayouts/slideLayout9.xml" Id="Rb211ce1399d74788" /><Relationship Type="http://schemas.openxmlformats.org/officeDocument/2006/relationships/slideLayout" Target="/ppt/slideLayouts/slideLayout10.xml" Id="R36e765ec943a4afb" /><Relationship Type="http://schemas.openxmlformats.org/officeDocument/2006/relationships/slideLayout" Target="/ppt/slideLayouts/slideLayout11.xml" Id="Rd959361172d74191" /><Relationship Type="http://schemas.openxmlformats.org/officeDocument/2006/relationships/slideLayout" Target="/ppt/slideLayouts/slideLayout12.xml" Id="Rb575f49244a34592" /><Relationship Type="http://schemas.openxmlformats.org/officeDocument/2006/relationships/slideLayout" Target="/ppt/slideLayouts/slideLayout13.xml" Id="Race60b6c876d4fb4" /><Relationship Type="http://schemas.openxmlformats.org/officeDocument/2006/relationships/slideLayout" Target="/ppt/slideLayouts/slideLayout14.xml" Id="Re5d02d0326664d94" /><Relationship Type="http://schemas.openxmlformats.org/officeDocument/2006/relationships/slideLayout" Target="/ppt/slideLayouts/slideLayout15.xml" Id="R39b3d00de69640b0" /><Relationship Type="http://schemas.openxmlformats.org/officeDocument/2006/relationships/slideLayout" Target="/ppt/slideLayouts/slideLayout16.xml" Id="R3c125522550a4587" /><Relationship Type="http://schemas.openxmlformats.org/officeDocument/2006/relationships/slideLayout" Target="/ppt/slideLayouts/slideLayout17.xml" Id="R1ee1dca2758d49af" /><Relationship Type="http://schemas.openxmlformats.org/officeDocument/2006/relationships/slideLayout" Target="/ppt/slideLayouts/slideLayout18.xml" Id="R4ec3e3ec95e4458c" /><Relationship Type="http://schemas.openxmlformats.org/officeDocument/2006/relationships/slideLayout" Target="/ppt/slideLayouts/slideLayout19.xml" Id="Re94ca5f5e388406d" /><Relationship Type="http://schemas.openxmlformats.org/officeDocument/2006/relationships/slideLayout" Target="/ppt/slideLayouts/slideLayout20.xml" Id="R5d391131f92346e7" /><Relationship Type="http://schemas.openxmlformats.org/officeDocument/2006/relationships/slideLayout" Target="/ppt/slideLayouts/slideLayout21.xml" Id="Rc8355a3453184289" /><Relationship Type="http://schemas.openxmlformats.org/officeDocument/2006/relationships/slideLayout" Target="/ppt/slideLayouts/slideLayout22.xml" Id="Rcefe5985842643fd" /><Relationship Type="http://schemas.openxmlformats.org/officeDocument/2006/relationships/slideLayout" Target="/ppt/slideLayouts/slideLayout23.xml" Id="R5002b4d8abf64e6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4BF8152-7316-4348-AB6E-33F35D3E8AD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028363" y="333376"/>
            <a:ext cx="828675" cy="2078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 algn="r">
              <a:buNone/>
              <a:defRPr sz="800" b="0" i="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564ADD2-3EEA-45D7-9095-C5CEC5BF5B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4" y="1260000"/>
            <a:ext cx="11522074" cy="6249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180000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3F8AEB-5E6A-4DD9-8AAE-DF9C6CB7C2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34964" y="1884955"/>
            <a:ext cx="11522074" cy="46317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80000" rIns="0" bIns="7200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Click to edit Master text styles</a:t>
            </a:r>
          </a:p>
          <a:p xmlns:a="http://schemas.openxmlformats.org/drawingml/2006/main">
            <a:pPr lvl="1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Second level</a:t>
            </a:r>
          </a:p>
          <a:p xmlns:a="http://schemas.openxmlformats.org/drawingml/2006/main">
            <a:pPr lvl="2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Third level</a:t>
            </a:r>
          </a:p>
          <a:p xmlns:a="http://schemas.openxmlformats.org/drawingml/2006/main">
            <a:pPr lvl="3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Fourth level</a:t>
            </a:r>
          </a:p>
          <a:p xmlns:a="http://schemas.openxmlformats.org/drawingml/2006/main">
            <a:pPr lvl="4"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Fifth level</a:t>
            </a:r>
          </a:p>
        </p:txBody>
      </p:sp>
      <p:sp>
        <p:nvSpPr>
          <p:cNvPr id="5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C3AEEBB-E9B8-4A14-B20B-D9C02528F4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34964" y="6660001"/>
            <a:ext cx="5689440" cy="19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/>
          <a:lstStyle xmlns:a="http://schemas.openxmlformats.org/drawingml/2006/main">
            <a:lvl1pPr algn="l">
              <a:buNone/>
              <a:defRPr sz="800">
                <a:solidFill>
                  <a:srgbClr val="4B5057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713c14f97d4543"/>
    <p:sldLayoutId xmlns:r="http://schemas.openxmlformats.org/officeDocument/2006/relationships" id="2147483650" r:id="Rc390cc0869934edb"/>
    <p:sldLayoutId xmlns:r="http://schemas.openxmlformats.org/officeDocument/2006/relationships" id="2147483651" r:id="Rb2184bd7b90d4001"/>
    <p:sldLayoutId xmlns:r="http://schemas.openxmlformats.org/officeDocument/2006/relationships" id="2147483652" r:id="Ra5280d3118314c3f"/>
    <p:sldLayoutId xmlns:r="http://schemas.openxmlformats.org/officeDocument/2006/relationships" id="2147483653" r:id="Rca2cbeb41af0492f"/>
    <p:sldLayoutId xmlns:r="http://schemas.openxmlformats.org/officeDocument/2006/relationships" id="2147483654" r:id="Ra0bcc4f1aadf4f7b"/>
    <p:sldLayoutId xmlns:r="http://schemas.openxmlformats.org/officeDocument/2006/relationships" id="2147483655" r:id="R8aad20722e8f4da8"/>
    <p:sldLayoutId xmlns:r="http://schemas.openxmlformats.org/officeDocument/2006/relationships" id="2147483656" r:id="R8a287ed0ba444863"/>
    <p:sldLayoutId xmlns:r="http://schemas.openxmlformats.org/officeDocument/2006/relationships" id="2147483657" r:id="Rb211ce1399d74788"/>
    <p:sldLayoutId xmlns:r="http://schemas.openxmlformats.org/officeDocument/2006/relationships" id="2147483658" r:id="R36e765ec943a4afb"/>
    <p:sldLayoutId xmlns:r="http://schemas.openxmlformats.org/officeDocument/2006/relationships" id="2147483659" r:id="Rd959361172d74191"/>
    <p:sldLayoutId xmlns:r="http://schemas.openxmlformats.org/officeDocument/2006/relationships" id="2147483660" r:id="Rb575f49244a34592"/>
    <p:sldLayoutId xmlns:r="http://schemas.openxmlformats.org/officeDocument/2006/relationships" id="2147483661" r:id="Race60b6c876d4fb4"/>
    <p:sldLayoutId xmlns:r="http://schemas.openxmlformats.org/officeDocument/2006/relationships" id="2147483662" r:id="Re5d02d0326664d94"/>
    <p:sldLayoutId xmlns:r="http://schemas.openxmlformats.org/officeDocument/2006/relationships" id="2147483663" r:id="R39b3d00de69640b0"/>
    <p:sldLayoutId xmlns:r="http://schemas.openxmlformats.org/officeDocument/2006/relationships" id="2147483664" r:id="R3c125522550a4587"/>
    <p:sldLayoutId xmlns:r="http://schemas.openxmlformats.org/officeDocument/2006/relationships" id="2147483665" r:id="R1ee1dca2758d49af"/>
    <p:sldLayoutId xmlns:r="http://schemas.openxmlformats.org/officeDocument/2006/relationships" id="2147483666" r:id="R4ec3e3ec95e4458c"/>
    <p:sldLayoutId xmlns:r="http://schemas.openxmlformats.org/officeDocument/2006/relationships" id="2147483667" r:id="Re94ca5f5e388406d"/>
    <p:sldLayoutId xmlns:r="http://schemas.openxmlformats.org/officeDocument/2006/relationships" id="2147483668" r:id="R5d391131f92346e7"/>
    <p:sldLayoutId xmlns:r="http://schemas.openxmlformats.org/officeDocument/2006/relationships" id="2147483669" r:id="Rc8355a3453184289"/>
    <p:sldLayoutId xmlns:r="http://schemas.openxmlformats.org/officeDocument/2006/relationships" id="2147483670" r:id="Rcefe5985842643fd"/>
    <p:sldLayoutId xmlns:r="http://schemas.openxmlformats.org/officeDocument/2006/relationships" id="2147483671" r:id="R5002b4d8abf64e67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Arial"/>
        <a:buChar char="•"/>
        <a:defRPr sz="2800" b="0" i="0" kern="1200">
          <a:solidFill>
            <a:srgbClr val="4B5057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400" b="0" i="0" kern="1200">
          <a:solidFill>
            <a:srgbClr val="4B5057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000" b="0" i="0" kern="1200">
          <a:solidFill>
            <a:srgbClr val="4B5057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b="0" i="0" kern="1200">
          <a:solidFill>
            <a:srgbClr val="4B5057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b="0" i="0" kern="1200">
          <a:solidFill>
            <a:srgbClr val="4B5057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05" userDrawn="1">
          <p15:clr>
            <a:srgbClr xmlns:a="http://schemas.openxmlformats.org/drawingml/2006/main" val="F26B43"/>
          </p15:clr>
        </p15:guide>
        <p15:guide id="2" pos="211" userDrawn="1">
          <p15:clr>
            <a:srgbClr xmlns:a="http://schemas.openxmlformats.org/drawingml/2006/main" val="F26B43"/>
          </p15:clr>
        </p15:guide>
        <p15:guide id="3" pos="733" userDrawn="1">
          <p15:clr>
            <a:srgbClr xmlns:a="http://schemas.openxmlformats.org/drawingml/2006/main" val="F26B43"/>
          </p15:clr>
        </p15:guide>
        <p15:guide id="4" pos="824" userDrawn="1">
          <p15:clr>
            <a:srgbClr xmlns:a="http://schemas.openxmlformats.org/drawingml/2006/main" val="F26B43"/>
          </p15:clr>
        </p15:guide>
        <p15:guide id="5" pos="1345" userDrawn="1">
          <p15:clr>
            <a:srgbClr xmlns:a="http://schemas.openxmlformats.org/drawingml/2006/main" val="F26B43"/>
          </p15:clr>
        </p15:guide>
        <p15:guide id="6" pos="1436" userDrawn="1">
          <p15:clr>
            <a:srgbClr xmlns:a="http://schemas.openxmlformats.org/drawingml/2006/main" val="F26B43"/>
          </p15:clr>
        </p15:guide>
        <p15:guide id="7" pos="1958" userDrawn="1">
          <p15:clr>
            <a:srgbClr xmlns:a="http://schemas.openxmlformats.org/drawingml/2006/main" val="F26B43"/>
          </p15:clr>
        </p15:guide>
        <p15:guide id="8" pos="2048" userDrawn="1">
          <p15:clr>
            <a:srgbClr xmlns:a="http://schemas.openxmlformats.org/drawingml/2006/main" val="F26B43"/>
          </p15:clr>
        </p15:guide>
        <p15:guide id="9" pos="2570" userDrawn="1">
          <p15:clr>
            <a:srgbClr xmlns:a="http://schemas.openxmlformats.org/drawingml/2006/main" val="F26B43"/>
          </p15:clr>
        </p15:guide>
        <p15:guide id="10" pos="2661" userDrawn="1">
          <p15:clr>
            <a:srgbClr xmlns:a="http://schemas.openxmlformats.org/drawingml/2006/main" val="F26B43"/>
          </p15:clr>
        </p15:guide>
        <p15:guide id="11" pos="3182" userDrawn="1">
          <p15:clr>
            <a:srgbClr xmlns:a="http://schemas.openxmlformats.org/drawingml/2006/main" val="F26B43"/>
          </p15:clr>
        </p15:guide>
        <p15:guide id="12" pos="3273" userDrawn="1">
          <p15:clr>
            <a:srgbClr xmlns:a="http://schemas.openxmlformats.org/drawingml/2006/main" val="F26B43"/>
          </p15:clr>
        </p15:guide>
        <p15:guide id="13" pos="3794" userDrawn="1">
          <p15:clr>
            <a:srgbClr xmlns:a="http://schemas.openxmlformats.org/drawingml/2006/main" val="F26B43"/>
          </p15:clr>
        </p15:guide>
        <p15:guide id="14" pos="3886" userDrawn="1">
          <p15:clr>
            <a:srgbClr xmlns:a="http://schemas.openxmlformats.org/drawingml/2006/main" val="F26B43"/>
          </p15:clr>
        </p15:guide>
        <p15:guide id="15" pos="4407" userDrawn="1">
          <p15:clr>
            <a:srgbClr xmlns:a="http://schemas.openxmlformats.org/drawingml/2006/main" val="F26B43"/>
          </p15:clr>
        </p15:guide>
        <p15:guide id="17" pos="5019" userDrawn="1">
          <p15:clr>
            <a:srgbClr xmlns:a="http://schemas.openxmlformats.org/drawingml/2006/main" val="F26B43"/>
          </p15:clr>
        </p15:guide>
        <p15:guide id="18" pos="5110" userDrawn="1">
          <p15:clr>
            <a:srgbClr xmlns:a="http://schemas.openxmlformats.org/drawingml/2006/main" val="F26B43"/>
          </p15:clr>
        </p15:guide>
        <p15:guide id="19" pos="5632" userDrawn="1">
          <p15:clr>
            <a:srgbClr xmlns:a="http://schemas.openxmlformats.org/drawingml/2006/main" val="F26B43"/>
          </p15:clr>
        </p15:guide>
        <p15:guide id="20" pos="5722" userDrawn="1">
          <p15:clr>
            <a:srgbClr xmlns:a="http://schemas.openxmlformats.org/drawingml/2006/main" val="F26B43"/>
          </p15:clr>
        </p15:guide>
        <p15:guide id="22" pos="6335" userDrawn="1">
          <p15:clr>
            <a:srgbClr xmlns:a="http://schemas.openxmlformats.org/drawingml/2006/main" val="F26B43"/>
          </p15:clr>
        </p15:guide>
        <p15:guide id="23" pos="6244" userDrawn="1">
          <p15:clr>
            <a:srgbClr xmlns:a="http://schemas.openxmlformats.org/drawingml/2006/main" val="F26B43"/>
          </p15:clr>
        </p15:guide>
        <p15:guide id="24" pos="6856" userDrawn="1">
          <p15:clr>
            <a:srgbClr xmlns:a="http://schemas.openxmlformats.org/drawingml/2006/main" val="F26B43"/>
          </p15:clr>
        </p15:guide>
        <p15:guide id="25" pos="7469" userDrawn="1">
          <p15:clr>
            <a:srgbClr xmlns:a="http://schemas.openxmlformats.org/drawingml/2006/main" val="F26B43"/>
          </p15:clr>
        </p15:guide>
        <p15:guide id="26" orient="horz" pos="503" userDrawn="1">
          <p15:clr>
            <a:srgbClr xmlns:a="http://schemas.openxmlformats.org/drawingml/2006/main" val="F26B43"/>
          </p15:clr>
        </p15:guide>
        <p15:guide id="27" pos="6947" userDrawn="1">
          <p15:clr>
            <a:srgbClr xmlns:a="http://schemas.openxmlformats.org/drawingml/2006/main" val="F26B43"/>
          </p15:clr>
        </p15:guide>
        <p15:guide id="28" pos="449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Cambridge theme">
  <a:themeElements>
    <a:clrScheme name="Cambridge">
      <a:dk1>
        <a:srgbClr val="000000"/>
      </a:dk1>
      <a:lt1>
        <a:srgbClr val="FFFFFF"/>
      </a:lt1>
      <a:dk2>
        <a:srgbClr val="4B5057"/>
      </a:dk2>
      <a:lt2>
        <a:srgbClr val="E8ECEC"/>
      </a:lt2>
      <a:accent1>
        <a:srgbClr val="36C4BC"/>
      </a:accent1>
      <a:accent2>
        <a:srgbClr val="3B1266"/>
      </a:accent2>
      <a:accent3>
        <a:srgbClr val="5665F8"/>
      </a:accent3>
      <a:accent4>
        <a:srgbClr val="E94CC1"/>
      </a:accent4>
      <a:accent5>
        <a:srgbClr val="FF6637"/>
      </a:accent5>
      <a:accent6>
        <a:srgbClr val="FACB2E"/>
      </a:accent6>
      <a:hlink>
        <a:srgbClr val="3345DE"/>
      </a:hlink>
      <a:folHlink>
        <a:srgbClr val="3B1266"/>
      </a:folHlink>
    </a:clrScheme>
    <a:fontScheme name="Custom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Cambri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2c036377f46da" /><Relationship Type="http://schemas.openxmlformats.org/officeDocument/2006/relationships/notesSlide" Target="/ppt/notesSlides/notesSlide1.xml" Id="R9f8c230de11346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c9f814cfce64237" /><Relationship Type="http://schemas.openxmlformats.org/officeDocument/2006/relationships/notesSlide" Target="/ppt/notesSlides/notesSlide2.xml" Id="R5817dd80156442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0e61d02e4dc48b8" /><Relationship Type="http://schemas.openxmlformats.org/officeDocument/2006/relationships/notesSlide" Target="/ppt/notesSlides/notesSlide3.xml" Id="Rf4a740b87aa848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64f9a85b6124acd" /><Relationship Type="http://schemas.openxmlformats.org/officeDocument/2006/relationships/image" Target="/ppt/media/image6.png" Id="R0ff543b4b5114938" /><Relationship Type="http://schemas.openxmlformats.org/officeDocument/2006/relationships/notesSlide" Target="/ppt/notesSlides/notesSlide4.xml" Id="R3ef4adc44f844e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fb977781d9c4a6e" /><Relationship Type="http://schemas.openxmlformats.org/officeDocument/2006/relationships/notesSlide" Target="/ppt/notesSlides/notesSlide5.xml" Id="Ra96e6f8cf0c642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1.xml" Id="R74ee994d668d4c8e" /><Relationship Type="http://schemas.openxmlformats.org/officeDocument/2006/relationships/image" Target="/ppt/media/image7.png" Id="R90768ee8acf2480a" /><Relationship Type="http://schemas.openxmlformats.org/officeDocument/2006/relationships/notesSlide" Target="/ppt/notesSlides/notesSlide6.xml" Id="R6f7e369ac5a143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542fe387f1684961" /><Relationship Type="http://schemas.openxmlformats.org/officeDocument/2006/relationships/image" Target="/ppt/media/image6.png" Id="R092d68db65184cae" /><Relationship Type="http://schemas.openxmlformats.org/officeDocument/2006/relationships/notesSlide" Target="/ppt/notesSlides/notesSlide7.xml" Id="R9169bacde7ab4c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48a03e95eabe4345" /><Relationship Type="http://schemas.openxmlformats.org/officeDocument/2006/relationships/notesSlide" Target="/ppt/notesSlides/notesSlide8.xml" Id="Ra91be4e07582415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ed257f74f0a94bfe" /><Relationship Type="http://schemas.openxmlformats.org/officeDocument/2006/relationships/image" Target="/ppt/media/image6.png" Id="Rf5740ff2c75847c3" /><Relationship Type="http://schemas.openxmlformats.org/officeDocument/2006/relationships/notesSlide" Target="/ppt/notesSlides/notesSlide9.xml" Id="R5c4e5cfef4e2434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d60c3d9e283140b9" /><Relationship Type="http://schemas.openxmlformats.org/officeDocument/2006/relationships/notesSlide" Target="/ppt/notesSlides/notesSlide10.xml" Id="R5f958c94df9b4e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0cb93db296fb4dc6" /><Relationship Type="http://schemas.openxmlformats.org/officeDocument/2006/relationships/image" Target="/ppt/media/image6.png" Id="R1a8f2a3798054131" /><Relationship Type="http://schemas.openxmlformats.org/officeDocument/2006/relationships/notesSlide" Target="/ppt/notesSlides/notesSlide11.xml" Id="R59318fca995142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ba3913c0b06f4b5c" /><Relationship Type="http://schemas.openxmlformats.org/officeDocument/2006/relationships/notesSlide" Target="/ppt/notesSlides/notesSlide12.xml" Id="R0bffd4322ebd4d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428fa44d3154b2e" /><Relationship Type="http://schemas.openxmlformats.org/officeDocument/2006/relationships/notesSlide" Target="/ppt/notesSlides/notesSlide13.xml" Id="R6b4265c19a244e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625ff81defa14aa3" /><Relationship Type="http://schemas.openxmlformats.org/officeDocument/2006/relationships/notesSlide" Target="/ppt/notesSlides/notesSlide14.xml" Id="R9e8f52adeee24b6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3ba69dfd1df04a53" /><Relationship Type="http://schemas.openxmlformats.org/officeDocument/2006/relationships/notesSlide" Target="/ppt/notesSlides/notesSlide15.xml" Id="R7726b135b8d54a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E99EEB71-20F2-4742-BCF0-05BB34E85A2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 sz="3600" b="1">
                <a:latin typeface="Arial"/>
                <a:ea typeface="Arial"/>
                <a:cs typeface="Arial"/>
              </a:rPr>
              <a:t>Digitising</a:t>
            </a:r>
            <a:r>
              <a:rPr sz="3600" b="1">
                <a:latin typeface="Arial"/>
                <a:ea typeface="Arial"/>
                <a:cs typeface="Arial"/>
              </a:rPr>
              <a:t> candidate scripts</a:t>
            </a:r>
          </a:p>
        </p:txBody>
      </p:sp>
    </p:spTree>
    <p:extLst>
      <p:ext uri="{BB962C8B-B14F-4D97-AF65-F5344CB8AC3E}">
        <p14:creationId xmlns:p14="http://schemas.microsoft.com/office/powerpoint/2010/main" val="26045427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D3104CD-0961-7D4F-B320-537A59DB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What our digitisation analysis does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2D1684-6785-5F44-86A9-1D0D65C6D7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9577386" cy="46760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— UNDERSTAND OCR BEHAVIOUR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Captured with human-verified Published; recover character edits; analyse by question type, language group and confidence.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>
              <a:solidFill>
                <a:srgbClr val="000000"/>
              </a:solidFill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— USE ANSWER KEYS AS EVIDENCE</a:t>
            </a:r>
            <a:endParaRPr sz="2000"/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 accepted variations and calculate exact-match, edit, character and token similarity signals.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— TARGET HUMAN REVIEW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 rows likely to be changed by a reviewer, while keeping possible answer-key gaps as a separate decision.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2E95B6-1F29-CD40-80F5-C4D61972D22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Arial"/>
                <a:ea typeface="Arial"/>
                <a:cs typeface="Arial"/>
              </a:defRPr>
            </a:pPr>
            <a:fld id="{E2598689-54C9-18A7-3A19-ED76AA08988F}" type="slidenum">
              <a:rPr sz="800" b="0" i="0" u="none" cap="none" spc="0">
                <a:ln>
                  <a:noFill/>
                </a:ln>
                <a:solidFill>
                  <a:srgbClr val="4B5057"/>
                </a:solidFill>
                <a:latin typeface="Arial"/>
                <a:ea typeface="Arial"/>
                <a:cs typeface="Arial"/>
              </a:rPr>
              <a:t>2</a:t>
            </a:fld>
            <a:endParaRPr sz="800" b="0" i="0" u="none" kern="1200" cap="none" spc="0" baseline="0">
              <a:ln>
                <a:noFill/>
              </a:ln>
              <a:solidFill>
                <a:srgbClr val="4B5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4221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D3104CD-0961-7D4F-B320-537A59DB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Current</a:t>
            </a:r>
            <a:r>
              <a:rPr>
                <a:latin typeface="Arial"/>
                <a:ea typeface="Arial"/>
                <a:cs typeface="Arial"/>
              </a:rPr>
              <a:t> run: a </a:t>
            </a:r>
            <a:r>
              <a:rPr>
                <a:latin typeface="Arial"/>
                <a:ea typeface="Arial"/>
                <a:cs typeface="Arial"/>
              </a:rPr>
              <a:t>controlled</a:t>
            </a:r>
            <a:r>
              <a:rPr>
                <a:latin typeface="Arial"/>
                <a:ea typeface="Arial"/>
                <a:cs typeface="Arial"/>
              </a:rPr>
              <a:t> queue </a:t>
            </a:r>
            <a:r>
              <a:rPr>
                <a:latin typeface="Arial"/>
                <a:ea typeface="Arial"/>
                <a:cs typeface="Arial"/>
              </a:rPr>
              <a:t>of 3.95% for review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2D1684-6785-5F44-86A9-1D0D65C6D7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10600766" cy="46760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validation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recall is 0.98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Results on the &gt;0.85 cohort describe queue size only: those rows are not yet verified ground truth.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2E95B6-1F29-CD40-80F5-C4D61972D22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Arial"/>
                <a:ea typeface="Arial"/>
                <a:cs typeface="Arial"/>
              </a:defRPr>
            </a:pPr>
            <a:fld id="{EE5B3003-2C54-13C6-9832-7637201064DE}" type="slidenum">
              <a:rPr sz="800" b="0" i="0" u="none" cap="none" spc="0">
                <a:ln>
                  <a:noFill/>
                </a:ln>
                <a:solidFill>
                  <a:srgbClr val="4B5057"/>
                </a:solidFill>
                <a:latin typeface="Arial"/>
                <a:ea typeface="Arial"/>
                <a:cs typeface="Arial"/>
              </a:rPr>
              <a:t>5</a:t>
            </a:fld>
            <a:endParaRPr sz="800" b="0" i="0" u="none" kern="1200" cap="none" spc="0" baseline="0">
              <a:ln>
                <a:noFill/>
              </a:ln>
              <a:solidFill>
                <a:srgbClr val="4B5057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3" name="Table 2"/>
          <p:cNvGraphicFramePr/>
          <p:nvPr/>
        </p:nvGraphicFramePr>
        <p:xfrm>
          <a:off xmlns:a="http://schemas.openxmlformats.org/drawingml/2006/main" x="700252" y="2813559"/>
          <a:ext xmlns:a="http://schemas.openxmlformats.org/drawingml/2006/main" cx="9870189" cy="22910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0063"/>
                <a:gridCol w="3290063"/>
                <a:gridCol w="3290063"/>
              </a:tblGrid>
              <a:tr h="370840"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Updated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Context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Validation operating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98.0% recall</a:t>
                      </a:r>
                    </a:p>
                    <a:p>
                      <a:r>
                        <a:t>25.0% 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8.84% reviewed</a:t>
                      </a:r>
                    </a:p>
                    <a:p>
                      <a:r>
                        <a:t>30 corrections missed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&gt;0.85 OCR queue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5,477 rows</a:t>
                      </a:r>
                    </a:p>
                    <a:p>
                      <a:r>
                        <a:t>3.95%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Unreviewed scoring estimate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AK / combined queue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193 AK candidates</a:t>
                      </a:r>
                    </a:p>
                    <a:p>
                      <a:r>
                        <a:t>5,501 combined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0.14% AK</a:t>
                      </a:r>
                    </a:p>
                    <a:p>
                      <a:r>
                        <a:t>3.96% combined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4221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E5A863-5091-25A0-2F9E-9BCBDD15C0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Targeted human review for high OCR confidence data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5CBAD1-F57C-B20E-641B-CA51F4391E5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EFD6AB9A-5F9E-5F59-51AB-3C8734130965}" type="slidenum">
              <a:rPr>
                <a:latin typeface="Arial"/>
                <a:ea typeface="Arial"/>
                <a:cs typeface="Arial"/>
              </a:rPr>
              <a:t>4</a:t>
            </a:fld>
            <a:endParaRPr/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D72FB2-15B2-035B-304F-9220762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1" y="4973045"/>
            <a:ext cx="11522075" cy="4676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80000" rIns="0" bIns="72000">
            <a:noAutofit/>
          </a:bodyPr>
          <a:lstStyle xmlns:a="http://schemas.openxmlformats.org/drawingml/2006/main">
            <a:lvl1pPr marL="228600" indent="-22860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1pPr>
            <a:lvl2pPr marL="6858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4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42900" indent="-342900">
              <a:buFont typeface="Arial"/>
              <a:buChar char="•"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pipeline parses the key, calculates evidence and applies a saved threshold. Medium/high-risk rows go to human review; low-risk rows remain subject to quality-control sampling. It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prioritises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work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instead of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correct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ing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answers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543b4b5114938"/>
          <a:stretch xmlns:a="http://schemas.openxmlformats.org/drawingml/2006/main"/>
        </p:blipFill>
        <p:spPr>
          <a:xfrm xmlns:a="http://schemas.openxmlformats.org/drawingml/2006/main">
            <a:off x="1644942" y="2000250"/>
            <a:ext cx="8902212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059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D3104CD-0961-7D4F-B320-537A59DB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What our digitisation analysis does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2D1684-6785-5F44-86A9-1D0D65C6D7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9577386" cy="46760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— UNDERSTAND OCR BEHAVIOUR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Captured with human-verified Published; recover character edits; analyse by question type, language group and confidence.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>
              <a:solidFill>
                <a:srgbClr val="000000"/>
              </a:solidFill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— USE ANSWER KEYS AS EVIDENCE</a:t>
            </a:r>
            <a:endParaRPr sz="2000"/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 accepted variations and calculate exact-match, edit, character and token similarity signals.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— TARGET HUMAN REVIEW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 rows likely to be changed by a reviewer, while keeping possible answer-key gaps as a separate decision.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2E95B6-1F29-CD40-80F5-C4D61972D22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Arial"/>
                <a:ea typeface="Arial"/>
                <a:cs typeface="Arial"/>
              </a:defRPr>
            </a:pPr>
            <a:fld id="{E2598689-54C9-18A7-3A19-ED76AA08988F}" type="slidenum">
              <a:rPr sz="800" b="0" i="0" u="none" cap="none" spc="0">
                <a:ln>
                  <a:noFill/>
                </a:ln>
                <a:solidFill>
                  <a:srgbClr val="4B5057"/>
                </a:solidFill>
                <a:latin typeface="Arial"/>
                <a:ea typeface="Arial"/>
                <a:cs typeface="Arial"/>
              </a:rPr>
              <a:t>2</a:t>
            </a:fld>
            <a:endParaRPr sz="800" b="0" i="0" u="none" kern="1200" cap="none" spc="0" baseline="0">
              <a:ln>
                <a:noFill/>
              </a:ln>
              <a:solidFill>
                <a:srgbClr val="4B5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4221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0CE098C-2C13-334D-9AF5-1F3814E65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9388" y="1260000"/>
            <a:ext cx="10453530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Box-letter and sentence responses fail differently</a:t>
            </a:r>
          </a:p>
        </p:txBody>
      </p:sp>
      <p:sp>
        <p:nvSpPr>
          <p:cNvPr id="4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ED1FD05-EBBD-DE4B-8029-F2BCB4BA33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202359C0-8A7A-196E-DD58-8E6569619F09}" type="slidenum">
              <a:rPr>
                <a:latin typeface="Arial"/>
                <a:ea typeface="Arial"/>
                <a:cs typeface="Arial"/>
              </a:rPr>
              <a:t>3</a:t>
            </a:fld>
            <a:endParaRPr/>
          </a:p>
        </p:txBody>
      </p:sp>
      <p:pic>
        <p:nvPicPr>
          <p:cNvPr id="15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768ee8acf2480a"/>
          <a:stretch xmlns:a="http://schemas.openxmlformats.org/drawingml/2006/main"/>
        </p:blipFill>
        <p:spPr>
          <a:xfrm xmlns:a="http://schemas.openxmlformats.org/drawingml/2006/main">
            <a:off x="717683" y="1694357"/>
            <a:ext cx="5163643" cy="5163643"/>
          </a:xfrm>
          <a:prstGeom xmlns:a="http://schemas.openxmlformats.org/drawingml/2006/main" prst="rect">
            <a:avLst/>
          </a:prstGeom>
        </p:spPr>
      </p:pic>
      <p:sp>
        <p:nvSpPr>
          <p:cNvPr id="2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B5B9E17-CAED-4FE8-D84A-CEA8F73E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326" y="2193703"/>
            <a:ext cx="5761036" cy="22877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28600" indent="-228600" algn="l" defTabSz="914400">
              <a:lnSpc>
                <a:spcPct val="100000"/>
              </a:lnSpc>
              <a:spcBef>
                <a:spcPts val="1000"/>
              </a:spcBef>
              <a:buFont typeface="Arial"/>
              <a:buChar char="•"/>
              <a:defRPr sz="2800" b="0" i="0" kern="120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rgbClr val="4B5057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Across 7,876 HITL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teleforms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: box-only changes 16.5%; sentence-only 20.9%; both 7.1%; no short-answer character changes 55.6%.</a:t>
            </a:r>
          </a:p>
          <a:p xmlns:a="http://schemas.openxmlformats.org/drawingml/2006/main">
            <a:pPr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BOX-LETTER — substitutions dominate: one symbol is read as another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SENTENCE — insertions and deletions dominate, often from joined or unclear handwriting.</a:t>
            </a:r>
          </a:p>
        </p:txBody>
      </p:sp>
    </p:spTree>
    <p:extLst>
      <p:ext uri="{BB962C8B-B14F-4D97-AF65-F5344CB8AC3E}">
        <p14:creationId xmlns:p14="http://schemas.microsoft.com/office/powerpoint/2010/main" val="8547066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E5A863-5091-25A0-2F9E-9BCBDD15C0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Targeted human review for high OCR confidence data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5CBAD1-F57C-B20E-641B-CA51F4391E5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EFD6AB9A-5F9E-5F59-51AB-3C8734130965}" type="slidenum">
              <a:rPr>
                <a:latin typeface="Arial"/>
                <a:ea typeface="Arial"/>
                <a:cs typeface="Arial"/>
              </a:rPr>
              <a:t>4</a:t>
            </a:fld>
            <a:endParaRPr/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D72FB2-15B2-035B-304F-9220762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1" y="4973045"/>
            <a:ext cx="11522075" cy="4676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80000" rIns="0" bIns="72000">
            <a:noAutofit/>
          </a:bodyPr>
          <a:lstStyle xmlns:a="http://schemas.openxmlformats.org/drawingml/2006/main">
            <a:lvl1pPr marL="228600" indent="-22860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1pPr>
            <a:lvl2pPr marL="6858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4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42900" indent="-342900">
              <a:buFont typeface="Arial"/>
              <a:buChar char="•"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pipeline parses the key, calculates evidence and applies a saved threshold. Medium/high-risk rows go to human review; low-risk rows remain subject to quality-control sampling. It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prioritises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work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instead of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correct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ing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answers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d68db65184cae"/>
          <a:stretch xmlns:a="http://schemas.openxmlformats.org/drawingml/2006/main"/>
        </p:blipFill>
        <p:spPr>
          <a:xfrm xmlns:a="http://schemas.openxmlformats.org/drawingml/2006/main">
            <a:off x="1644942" y="2000250"/>
            <a:ext cx="8902212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0594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D3104CD-0961-7D4F-B320-537A59DB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What our digitisation analysis does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2D1684-6785-5F44-86A9-1D0D65C6D7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9577386" cy="46760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— UNDERSTAND OCR BEHAVIOUR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Captured with human-verified Published; recover character edits; analyse by question type, language group and confidence.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>
              <a:solidFill>
                <a:srgbClr val="000000"/>
              </a:solidFill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— USE ANSWER KEYS AS EVIDENCE</a:t>
            </a:r>
            <a:endParaRPr sz="2000"/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 accepted variations and calculate exact-match, edit, character and token similarity signals.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— TARGET HUMAN REVIEW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 rows likely to be changed by a reviewer, while keeping possible answer-key gaps as a separate decision.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2E95B6-1F29-CD40-80F5-C4D61972D22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Arial"/>
                <a:ea typeface="Arial"/>
                <a:cs typeface="Arial"/>
              </a:defRPr>
            </a:pPr>
            <a:fld id="{E2598689-54C9-18A7-3A19-ED76AA08988F}" type="slidenum">
              <a:rPr sz="800" b="0" i="0" u="none" cap="none" spc="0">
                <a:ln>
                  <a:noFill/>
                </a:ln>
                <a:solidFill>
                  <a:srgbClr val="4B5057"/>
                </a:solidFill>
                <a:latin typeface="Arial"/>
                <a:ea typeface="Arial"/>
                <a:cs typeface="Arial"/>
              </a:rPr>
              <a:t>2</a:t>
            </a:fld>
            <a:endParaRPr sz="800" b="0" i="0" u="none" kern="1200" cap="none" spc="0" baseline="0">
              <a:ln>
                <a:noFill/>
              </a:ln>
              <a:solidFill>
                <a:srgbClr val="4B5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42212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E5A863-5091-25A0-2F9E-9BCBDD15C0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Targeted human review for high OCR confidence data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5CBAD1-F57C-B20E-641B-CA51F4391E5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EFD6AB9A-5F9E-5F59-51AB-3C8734130965}" type="slidenum">
              <a:rPr>
                <a:latin typeface="Arial"/>
                <a:ea typeface="Arial"/>
                <a:cs typeface="Arial"/>
              </a:rPr>
              <a:t>4</a:t>
            </a:fld>
            <a:endParaRPr/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D72FB2-15B2-035B-304F-9220762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1" y="4973045"/>
            <a:ext cx="11522075" cy="4676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80000" rIns="0" bIns="72000">
            <a:noAutofit/>
          </a:bodyPr>
          <a:lstStyle xmlns:a="http://schemas.openxmlformats.org/drawingml/2006/main">
            <a:lvl1pPr marL="228600" indent="-22860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1pPr>
            <a:lvl2pPr marL="6858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4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42900" indent="-342900">
              <a:buFont typeface="Arial"/>
              <a:buChar char="•"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pipeline parses the key, calculates evidence and applies a saved threshold. Medium/high-risk rows go to human review; low-risk rows remain subject to quality-control sampling. It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prioritises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work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instead of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correct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ing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answers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40ff2c75847c3"/>
          <a:stretch xmlns:a="http://schemas.openxmlformats.org/drawingml/2006/main"/>
        </p:blipFill>
        <p:spPr>
          <a:xfrm xmlns:a="http://schemas.openxmlformats.org/drawingml/2006/main">
            <a:off x="1644942" y="2000250"/>
            <a:ext cx="8902212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0594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D3104CD-0961-7D4F-B320-537A59DB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Current</a:t>
            </a:r>
            <a:r>
              <a:rPr>
                <a:latin typeface="Arial"/>
                <a:ea typeface="Arial"/>
                <a:cs typeface="Arial"/>
              </a:rPr>
              <a:t> run: a </a:t>
            </a:r>
            <a:r>
              <a:rPr>
                <a:latin typeface="Arial"/>
                <a:ea typeface="Arial"/>
                <a:cs typeface="Arial"/>
              </a:rPr>
              <a:t>controlled</a:t>
            </a:r>
            <a:r>
              <a:rPr>
                <a:latin typeface="Arial"/>
                <a:ea typeface="Arial"/>
                <a:cs typeface="Arial"/>
              </a:rPr>
              <a:t> queue </a:t>
            </a:r>
            <a:r>
              <a:rPr>
                <a:latin typeface="Arial"/>
                <a:ea typeface="Arial"/>
                <a:cs typeface="Arial"/>
              </a:rPr>
              <a:t>of 3.95% for review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2D1684-6785-5F44-86A9-1D0D65C6D7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10600766" cy="46760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validation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recall is 0.98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Results on the &gt;0.85 cohort describe queue size only: those rows are not yet verified ground truth.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2E95B6-1F29-CD40-80F5-C4D61972D22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Arial"/>
                <a:ea typeface="Arial"/>
                <a:cs typeface="Arial"/>
              </a:defRPr>
            </a:pPr>
            <a:fld id="{EE5B3003-2C54-13C6-9832-7637201064DE}" type="slidenum">
              <a:rPr sz="800" b="0" i="0" u="none" cap="none" spc="0">
                <a:ln>
                  <a:noFill/>
                </a:ln>
                <a:solidFill>
                  <a:srgbClr val="4B5057"/>
                </a:solidFill>
                <a:latin typeface="Arial"/>
                <a:ea typeface="Arial"/>
                <a:cs typeface="Arial"/>
              </a:rPr>
              <a:t>5</a:t>
            </a:fld>
            <a:endParaRPr sz="800" b="0" i="0" u="none" kern="1200" cap="none" spc="0" baseline="0">
              <a:ln>
                <a:noFill/>
              </a:ln>
              <a:solidFill>
                <a:srgbClr val="4B5057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3" name="Table 2"/>
          <p:cNvGraphicFramePr/>
          <p:nvPr/>
        </p:nvGraphicFramePr>
        <p:xfrm>
          <a:off xmlns:a="http://schemas.openxmlformats.org/drawingml/2006/main" x="700252" y="2813559"/>
          <a:ext xmlns:a="http://schemas.openxmlformats.org/drawingml/2006/main" cx="9870189" cy="22910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0063"/>
                <a:gridCol w="3290063"/>
                <a:gridCol w="3290063"/>
              </a:tblGrid>
              <a:tr h="370840"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Updated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Context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Validation operating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98.0% recall</a:t>
                      </a:r>
                    </a:p>
                    <a:p>
                      <a:r>
                        <a:t>25.0% 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8.84% reviewed</a:t>
                      </a:r>
                    </a:p>
                    <a:p>
                      <a:r>
                        <a:t>30 corrections missed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&gt;0.85 OCR queue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5,477 rows</a:t>
                      </a:r>
                    </a:p>
                    <a:p>
                      <a:r>
                        <a:t>3.95%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Unreviewed scoring estimate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AK / combined queue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193 AK candidates</a:t>
                      </a:r>
                    </a:p>
                    <a:p>
                      <a:r>
                        <a:t>5,501 combined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0.14% AK</a:t>
                      </a:r>
                    </a:p>
                    <a:p>
                      <a:r>
                        <a:t>3.96% combined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4221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DE5A863-5091-25A0-2F9E-9BCBDD15C0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Targeted human review for high OCR confidence data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5CBAD1-F57C-B20E-641B-CA51F4391E5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fld id="{EFD6AB9A-5F9E-5F59-51AB-3C8734130965}" type="slidenum">
              <a:rPr>
                <a:latin typeface="Arial"/>
                <a:ea typeface="Arial"/>
                <a:cs typeface="Arial"/>
              </a:rPr>
              <a:t>4</a:t>
            </a:fld>
            <a:endParaRPr/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FD72FB2-15B2-035B-304F-9220762E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1" y="4973045"/>
            <a:ext cx="11522075" cy="46760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80000" rIns="0" bIns="72000">
            <a:noAutofit/>
          </a:bodyPr>
          <a:lstStyle xmlns:a="http://schemas.openxmlformats.org/drawingml/2006/main">
            <a:lvl1pPr marL="228600" indent="-228600" algn="l" defTabSz="914400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2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1pPr>
            <a:lvl2pPr marL="6858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4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2pPr>
            <a:lvl3pPr marL="11430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20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3pPr>
            <a:lvl4pPr marL="16002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4pPr>
            <a:lvl5pPr marL="2057400" indent="-228600" algn="l" defTabSz="914400">
              <a:lnSpc>
                <a:spcPct val="100000"/>
              </a:lnSpc>
              <a:spcBef>
                <a:spcPts val="500"/>
              </a:spcBef>
              <a:buFont typeface="Arial"/>
              <a:buNone/>
              <a:defRPr sz="1800" b="0" i="0" kern="1200" baseline="0">
                <a:solidFill>
                  <a:srgbClr val="4B5057"/>
                </a:solidFill>
                <a:latin typeface="Arial"/>
                <a:ea typeface="Arial"/>
                <a:cs typeface="Arial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42900" indent="-342900">
              <a:buFont typeface="Arial"/>
              <a:buChar char="•"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pipeline parses the key, calculates evidence and applies a saved threshold. Medium/high-risk rows go to human review; low-risk rows remain subject to quality-control sampling. It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prioritises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work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instead of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correct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ing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answers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f2a3798054131"/>
          <a:stretch xmlns:a="http://schemas.openxmlformats.org/drawingml/2006/main"/>
        </p:blipFill>
        <p:spPr>
          <a:xfrm xmlns:a="http://schemas.openxmlformats.org/drawingml/2006/main">
            <a:off x="1644942" y="2000250"/>
            <a:ext cx="8902212" cy="2571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0594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D3104CD-0961-7D4F-B320-537A59DB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What our digitisation analysis does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2D1684-6785-5F44-86A9-1D0D65C6D7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9577386" cy="46760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— UNDERSTAND OCR BEHAVIOUR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Captured with human-verified Published; recover character edits; analyse by question type, language group and confidence.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>
              <a:solidFill>
                <a:srgbClr val="000000"/>
              </a:solidFill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— USE ANSWER KEYS AS EVIDENCE</a:t>
            </a:r>
            <a:endParaRPr sz="2000"/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 accepted variations and calculate exact-match, edit, character and token similarity signals.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— TARGET HUMAN REVIEW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 rows likely to be changed by a reviewer, while keeping possible answer-key gaps as a separate decision.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2E95B6-1F29-CD40-80F5-C4D61972D22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Arial"/>
                <a:ea typeface="Arial"/>
                <a:cs typeface="Arial"/>
              </a:defRPr>
            </a:pPr>
            <a:fld id="{E2598689-54C9-18A7-3A19-ED76AA08988F}" type="slidenum">
              <a:rPr sz="800" b="0" i="0" u="none" cap="none" spc="0">
                <a:ln>
                  <a:noFill/>
                </a:ln>
                <a:solidFill>
                  <a:srgbClr val="4B5057"/>
                </a:solidFill>
                <a:latin typeface="Arial"/>
                <a:ea typeface="Arial"/>
                <a:cs typeface="Arial"/>
              </a:rPr>
              <a:t>2</a:t>
            </a:fld>
            <a:endParaRPr sz="800" b="0" i="0" u="none" kern="1200" cap="none" spc="0" baseline="0">
              <a:ln>
                <a:noFill/>
              </a:ln>
              <a:solidFill>
                <a:srgbClr val="4B5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42212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D3104CD-0961-7D4F-B320-537A59DB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What our digitisation analysis does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2D1684-6785-5F44-86A9-1D0D65C6D7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9577386" cy="46760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— UNDERSTAND OCR BEHAVIOUR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Captured with human-verified Published; recover character edits; analyse by question type, language group and confidence.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>
              <a:solidFill>
                <a:srgbClr val="000000"/>
              </a:solidFill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— USE ANSWER KEYS AS EVIDENCE</a:t>
            </a:r>
            <a:endParaRPr sz="2000"/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Parse accepted variations and calculate exact-match, edit, character and token similarity signals.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— TARGET HUMAN REVIEW</a:t>
            </a:r>
          </a:p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Rank rows likely to be changed by a reviewer, while keeping possible answer-key gaps as a separate decision.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2E95B6-1F29-CD40-80F5-C4D61972D22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Arial"/>
                <a:ea typeface="Arial"/>
                <a:cs typeface="Arial"/>
              </a:defRPr>
            </a:pPr>
            <a:fld id="{E2598689-54C9-18A7-3A19-ED76AA08988F}" type="slidenum">
              <a:rPr sz="800" b="0" i="0" u="none" cap="none" spc="0">
                <a:ln>
                  <a:noFill/>
                </a:ln>
                <a:solidFill>
                  <a:srgbClr val="4B5057"/>
                </a:solidFill>
                <a:latin typeface="Arial"/>
                <a:ea typeface="Arial"/>
                <a:cs typeface="Arial"/>
              </a:rPr>
              <a:t>2</a:t>
            </a:fld>
            <a:endParaRPr sz="800" b="0" i="0" u="none" kern="1200" cap="none" spc="0" baseline="0">
              <a:ln>
                <a:noFill/>
              </a:ln>
              <a:solidFill>
                <a:srgbClr val="4B5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4221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D3104CD-0961-7D4F-B320-537A59DB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Current</a:t>
            </a:r>
            <a:r>
              <a:rPr>
                <a:latin typeface="Arial"/>
                <a:ea typeface="Arial"/>
                <a:cs typeface="Arial"/>
              </a:rPr>
              <a:t> run: a </a:t>
            </a:r>
            <a:r>
              <a:rPr>
                <a:latin typeface="Arial"/>
                <a:ea typeface="Arial"/>
                <a:cs typeface="Arial"/>
              </a:rPr>
              <a:t>controlled</a:t>
            </a:r>
            <a:r>
              <a:rPr>
                <a:latin typeface="Arial"/>
                <a:ea typeface="Arial"/>
                <a:cs typeface="Arial"/>
              </a:rPr>
              <a:t> queue </a:t>
            </a:r>
            <a:r>
              <a:rPr>
                <a:latin typeface="Arial"/>
                <a:ea typeface="Arial"/>
                <a:cs typeface="Arial"/>
              </a:rPr>
              <a:t>of 3.95% for review</a:t>
            </a:r>
            <a:endParaRPr>
              <a:latin typeface="Arial"/>
              <a:ea typeface="Arial"/>
              <a:cs typeface="Arial"/>
            </a:endParaRP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2D1684-6785-5F44-86A9-1D0D65C6D7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10600766" cy="46760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validation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recall is 0.98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 Results on the &gt;0.85 cohort describe queue size only: those rows are not yet verified ground truth.</a:t>
            </a: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2E95B6-1F29-CD40-80F5-C4D61972D22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Arial"/>
                <a:ea typeface="Arial"/>
                <a:cs typeface="Arial"/>
              </a:defRPr>
            </a:pPr>
            <a:fld id="{EE5B3003-2C54-13C6-9832-7637201064DE}" type="slidenum">
              <a:rPr sz="800" b="0" i="0" u="none" cap="none" spc="0">
                <a:ln>
                  <a:noFill/>
                </a:ln>
                <a:solidFill>
                  <a:srgbClr val="4B5057"/>
                </a:solidFill>
                <a:latin typeface="Arial"/>
                <a:ea typeface="Arial"/>
                <a:cs typeface="Arial"/>
              </a:rPr>
              <a:t>5</a:t>
            </a:fld>
            <a:endParaRPr sz="800" b="0" i="0" u="none" kern="1200" cap="none" spc="0" baseline="0">
              <a:ln>
                <a:noFill/>
              </a:ln>
              <a:solidFill>
                <a:srgbClr val="4B5057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3" name="Table 2"/>
          <p:cNvGraphicFramePr/>
          <p:nvPr/>
        </p:nvGraphicFramePr>
        <p:xfrm>
          <a:off xmlns:a="http://schemas.openxmlformats.org/drawingml/2006/main" x="700252" y="2813559"/>
          <a:ext xmlns:a="http://schemas.openxmlformats.org/drawingml/2006/main" cx="9870189" cy="22910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0063"/>
                <a:gridCol w="3290063"/>
                <a:gridCol w="3290063"/>
              </a:tblGrid>
              <a:tr h="370840">
                <a:tc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Updated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Context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Validation operating point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98.0% recall</a:t>
                      </a:r>
                    </a:p>
                    <a:p>
                      <a:r>
                        <a:t>25.0% precision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8.84% reviewed</a:t>
                      </a:r>
                    </a:p>
                    <a:p>
                      <a:r>
                        <a:t>30 corrections missed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&gt;0.85 OCR queue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5,477 rows</a:t>
                      </a:r>
                    </a:p>
                    <a:p>
                      <a:r>
                        <a:t>3.95%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Unreviewed scoring estimate</a:t>
                      </a:r>
                    </a:p>
                  </a:txBody>
                  <a:tcPr marL="91440" marR="91440" marT="45720" marB="45720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AK / combined queue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193 AK candidates</a:t>
                      </a:r>
                    </a:p>
                    <a:p>
                      <a:r>
                        <a:t>5,501 combined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0.14% AK</a:t>
                      </a:r>
                    </a:p>
                    <a:p>
                      <a:r>
                        <a:t>3.96% combined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42212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CD3104CD-0961-7D4F-B320-537A59DB55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4963" y="1260000"/>
            <a:ext cx="11522075" cy="6249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>
                <a:latin typeface="Arial"/>
                <a:ea typeface="Arial"/>
                <a:cs typeface="Arial"/>
              </a:defRPr>
            </a:pPr>
            <a:r>
              <a:rPr>
                <a:latin typeface="Arial"/>
                <a:ea typeface="Arial"/>
                <a:cs typeface="Arial"/>
              </a:rPr>
              <a:t>What we are learning</a:t>
            </a:r>
          </a:p>
        </p:txBody>
      </p:sp>
      <p:sp>
        <p:nvSpPr>
          <p:cNvPr id="8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2D1684-6785-5F44-86A9-1D0D65C6D7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34964" y="1795531"/>
            <a:ext cx="9577386" cy="467609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Arial"/>
              <a:buChar char="•"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Response type is useful context: box-letter answers tend towards substitutions, while sentence responses show more insertions and deletions.</a:t>
            </a:r>
          </a:p>
          <a:p xmlns:a="http://schemas.openxmlformats.org/drawingml/2006/main">
            <a:pPr marL="342900" indent="-342900">
              <a:buFont typeface="Arial"/>
              <a:buChar char="•"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answer-key matches are strong evidence; confidence alone does not isolate review-worthy errors.</a:t>
            </a:r>
          </a:p>
          <a:p xmlns:a="http://schemas.openxmlformats.org/drawingml/2006/main">
            <a:pPr marL="342900" indent="-342900">
              <a:buFont typeface="Arial"/>
              <a:buChar char="•"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  <a:defRPr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classifier </a:t>
            </a:r>
            <a:r>
              <a:rPr sz="2000">
                <a:solidFill>
                  <a:srgbClr val="000000"/>
                </a:solidFill>
              </a:rPr>
              <a:t>can be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 triage 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componen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</a:t>
            </a: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</a:t>
            </a:r>
            <a:endParaRPr sz="2000" b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32E95B6-1F29-CD40-80F5-C4D61972D220}"/>
              </a:ext>
            </a:extLst>
          </p:cNvPr>
          <p:cNvSpPr>
            <a:spLocks xmlns:a="http://schemas.openxmlformats.org/drawingml/2006/main" noGrp="1"/>
          </p:cNvSpPr>
          <p:nvPr>
            <p:ph type="sldNum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Arial"/>
                <a:ea typeface="Arial"/>
                <a:cs typeface="Arial"/>
              </a:defRPr>
            </a:pPr>
            <a:fld id="{8C630A04-5A25-9E0C-9436-126091DB86B3}" type="slidenum">
              <a:rPr sz="800" b="0" i="0" u="none" cap="none" spc="0">
                <a:ln>
                  <a:noFill/>
                </a:ln>
                <a:solidFill>
                  <a:srgbClr val="4B5057"/>
                </a:solidFill>
                <a:latin typeface="Arial"/>
                <a:ea typeface="Arial"/>
                <a:cs typeface="Arial"/>
              </a:rPr>
              <a:t>6</a:t>
            </a:fld>
            <a:endParaRPr sz="800" b="0" i="0" u="none" kern="1200" cap="none" spc="0" baseline="0">
              <a:ln>
                <a:noFill/>
              </a:ln>
              <a:solidFill>
                <a:srgbClr val="4B5057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0422128"/>
      </p:ext>
    </p:extLst>
  </p:cSld>
</p:sld>
</file>

<file path=ppt/theme/theme1.xml><?xml version="1.0" encoding="utf-8"?>
<a:theme xmlns:a="http://schemas.openxmlformats.org/drawingml/2006/main" name="Cambridge theme">
  <a:themeElements>
    <a:clrScheme name="Cambridge">
      <a:dk1>
        <a:srgbClr val="000000"/>
      </a:dk1>
      <a:lt1>
        <a:srgbClr val="FFFFFF"/>
      </a:lt1>
      <a:dk2>
        <a:srgbClr val="4B5057"/>
      </a:dk2>
      <a:lt2>
        <a:srgbClr val="E8ECEC"/>
      </a:lt2>
      <a:accent1>
        <a:srgbClr val="36C4BC"/>
      </a:accent1>
      <a:accent2>
        <a:srgbClr val="3B1266"/>
      </a:accent2>
      <a:accent3>
        <a:srgbClr val="5665F8"/>
      </a:accent3>
      <a:accent4>
        <a:srgbClr val="E94CC1"/>
      </a:accent4>
      <a:accent5>
        <a:srgbClr val="FF6637"/>
      </a:accent5>
      <a:accent6>
        <a:srgbClr val="FACB2E"/>
      </a:accent6>
      <a:hlink>
        <a:srgbClr val="3345DE"/>
      </a:hlink>
      <a:folHlink>
        <a:srgbClr val="3B1266"/>
      </a:folHlink>
    </a:clrScheme>
    <a:fontScheme name="Custom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Cambri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2026-09-01T09:21:33.8770000Z</dcterms:created>
  <dcterms:modified xsi:type="dcterms:W3CDTF">2026-09-01T09:21:33.8770000Z</dcterms:modified>
</coreProperties>
</file>